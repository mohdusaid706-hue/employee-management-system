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8" r:id="rId4"/>
  </p:sldMasterIdLst>
  <p:notesMasterIdLst>
    <p:notesMasterId r:id="rId37"/>
  </p:notesMasterIdLst>
  <p:handoutMasterIdLst>
    <p:handoutMasterId r:id="rId38"/>
  </p:handoutMasterIdLst>
  <p:sldIdLst>
    <p:sldId id="266" r:id="rId5"/>
    <p:sldId id="273" r:id="rId6"/>
    <p:sldId id="258" r:id="rId7"/>
    <p:sldId id="259" r:id="rId8"/>
    <p:sldId id="274" r:id="rId9"/>
    <p:sldId id="257" r:id="rId10"/>
    <p:sldId id="277" r:id="rId11"/>
    <p:sldId id="278" r:id="rId12"/>
    <p:sldId id="302" r:id="rId13"/>
    <p:sldId id="279" r:id="rId14"/>
    <p:sldId id="280" r:id="rId15"/>
    <p:sldId id="286" r:id="rId16"/>
    <p:sldId id="287" r:id="rId17"/>
    <p:sldId id="281" r:id="rId18"/>
    <p:sldId id="283" r:id="rId19"/>
    <p:sldId id="284" r:id="rId20"/>
    <p:sldId id="285" r:id="rId21"/>
    <p:sldId id="288" r:id="rId22"/>
    <p:sldId id="290" r:id="rId23"/>
    <p:sldId id="301" r:id="rId24"/>
    <p:sldId id="292" r:id="rId25"/>
    <p:sldId id="293" r:id="rId26"/>
    <p:sldId id="294" r:id="rId27"/>
    <p:sldId id="291" r:id="rId28"/>
    <p:sldId id="296" r:id="rId29"/>
    <p:sldId id="297" r:id="rId30"/>
    <p:sldId id="295" r:id="rId31"/>
    <p:sldId id="298" r:id="rId32"/>
    <p:sldId id="299" r:id="rId33"/>
    <p:sldId id="300" r:id="rId34"/>
    <p:sldId id="289" r:id="rId35"/>
    <p:sldId id="30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D466D-E044-C8CA-A138-5B7D464E4847}" v="1884" dt="2024-12-16T08:32:44.511"/>
    <p1510:client id="{78AB1511-3E87-6AAF-7EC9-07A3B60E78FE}" v="199" dt="2024-12-16T08:55:50.165"/>
    <p1510:client id="{98D677A0-D7E5-16FF-1B93-CF6D46AB56FA}" v="2" dt="2024-12-16T09:26:45.466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9A10-C008-1739-2AE7-8895ED122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D6F55-2D21-9221-A5CE-546A596B4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F72B-A8A8-8334-6718-27520B89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6EE3-5727-476A-82C1-00A1E89348DD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E6746-3956-45F6-984A-5D631A34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16B20-6D41-B26B-D519-EFCA7666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4F512-E8E0-4471-80D2-59488BF202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raphic 37">
            <a:extLst>
              <a:ext uri="{FF2B5EF4-FFF2-40B4-BE49-F238E27FC236}">
                <a16:creationId xmlns:a16="http://schemas.microsoft.com/office/drawing/2014/main" id="{7B0C85E8-5ECD-E95A-572C-3A9F31A08551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" name="Graphic 36">
            <a:extLst>
              <a:ext uri="{FF2B5EF4-FFF2-40B4-BE49-F238E27FC236}">
                <a16:creationId xmlns:a16="http://schemas.microsoft.com/office/drawing/2014/main" id="{93FDD3A6-49F0-E11F-20BA-DD1E503CFE6F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975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B505-E260-75C0-D853-E9A8B1AEF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C065-78AA-DF05-6F99-D86B56DF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29F84-0D0D-94F2-F592-797B5B05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3DA3C-DA87-B811-AE58-9922464D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98FF-1FBC-6B15-ABC2-97499DDA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F57AA4-A862-6438-6C0D-7AD82EDF3BA8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raphic 12">
            <a:extLst>
              <a:ext uri="{FF2B5EF4-FFF2-40B4-BE49-F238E27FC236}">
                <a16:creationId xmlns:a16="http://schemas.microsoft.com/office/drawing/2014/main" id="{009D1532-B3A3-20F1-D6A6-9EABCD423293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9" name="Graphic 39">
            <a:extLst>
              <a:ext uri="{FF2B5EF4-FFF2-40B4-BE49-F238E27FC236}">
                <a16:creationId xmlns:a16="http://schemas.microsoft.com/office/drawing/2014/main" id="{ADAD928F-B2A8-CF40-157E-09FCBBE73F09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381EE4-0F70-19FB-5894-800767557E4A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7E802D8-4CBA-E2F6-4CE3-64D676ED8C53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DD9442-E4E5-9C7A-D695-5E4C1282D6D8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65DFB26-C6C3-35E9-BB39-E1D7FC7C7C59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E3376E-9B6E-32A3-0581-444A1D16A244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63A50CC-1CA4-A8C1-EAFC-9087679D5F53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Graphic 19">
            <a:extLst>
              <a:ext uri="{FF2B5EF4-FFF2-40B4-BE49-F238E27FC236}">
                <a16:creationId xmlns:a16="http://schemas.microsoft.com/office/drawing/2014/main" id="{4E40E893-A9A6-B249-778A-863BD5BB7C5D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8241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1BFB-33E3-DAD9-463F-7D2A2DD5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7273E-FE8C-53CA-71C2-8B60177BF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9807-F998-096F-2D69-92ED8BEC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E2043-6970-4A5F-5C87-8BF0C02B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4B170-2E10-505E-2D45-2A9EFACA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303B08-B686-D4CF-6527-5DB5F75C0534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raphic 12">
            <a:extLst>
              <a:ext uri="{FF2B5EF4-FFF2-40B4-BE49-F238E27FC236}">
                <a16:creationId xmlns:a16="http://schemas.microsoft.com/office/drawing/2014/main" id="{2D872B8A-5E82-AC73-53DF-9F8F63B43885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2D8515-632C-1A58-0299-7E6395F79EC4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EBF0BC9-7ECB-F652-8AC5-45C59579564C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561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53E2-B2E5-9F70-4FAE-43B0E234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3E0E-72B1-1C24-FF33-79657AF9C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48A23-E0D1-562E-5D69-B916A8781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F504A-9708-9751-A9B4-DE6060BA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11C48-B366-FAAC-C06F-599FBE78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8423E-509B-6108-5A9E-B8366E39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5FB9DB-E35A-FD09-DE89-5EB22624AEE7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B17348D3-C4B6-ADF0-EFEB-8782168CFC99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10" name="Graphic 39">
            <a:extLst>
              <a:ext uri="{FF2B5EF4-FFF2-40B4-BE49-F238E27FC236}">
                <a16:creationId xmlns:a16="http://schemas.microsoft.com/office/drawing/2014/main" id="{03465A86-F1C4-8737-258D-D8204E0909E0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058ED71-71E0-CF3E-EA63-4019AC55966D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55C021F-F791-085F-F895-2D9B33FEAF95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69FC85-5AE9-194B-D7A8-31FD682DFE3A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14989E-F614-4F16-0893-836FD908434D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572A0C-27C3-287C-09E7-22CE1DC55554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AD90D2-44FD-67C2-C2A0-F2AFF98F7883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7" name="Graphic 19">
            <a:extLst>
              <a:ext uri="{FF2B5EF4-FFF2-40B4-BE49-F238E27FC236}">
                <a16:creationId xmlns:a16="http://schemas.microsoft.com/office/drawing/2014/main" id="{B5B395E2-BC5D-6604-58D9-4CB2157F13E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093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DC2B-2441-D746-6324-2077B454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AD35-4539-CF04-A4BA-D9F0DFC1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3E2D2-3873-211F-025A-64419F753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E016D-9F7C-068F-67D5-0819A80D3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FEA1B-F02E-766B-F036-92B79F73D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D5132-D0EE-3F6B-2A3A-2CA23DF7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38F72-B8B8-C1BA-9C1B-54D5D072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25CD5-D722-C88A-8046-C431AE3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FF6ACC-39F2-EFE8-A60E-287D163A0281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6CB92C0-310F-020A-AE3B-5EDD5A169D84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12" name="Graphic 39">
            <a:extLst>
              <a:ext uri="{FF2B5EF4-FFF2-40B4-BE49-F238E27FC236}">
                <a16:creationId xmlns:a16="http://schemas.microsoft.com/office/drawing/2014/main" id="{0DB6148D-B10C-CE90-945B-3DC89BD6415C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59ABC9C-5D96-CB0B-16A1-84795560A08C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EA8CC1-9D11-A779-1430-9454C7493EF7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EC6053-8B70-C40F-74F3-502F52417EFD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410F04D-9FC1-9783-74A8-C2BE0A972F7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96445D-9BA2-87DA-7BC5-100F83EBB57C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E52BA55-C2B3-1ECC-E432-DB34379B8E32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9" name="Graphic 19">
            <a:extLst>
              <a:ext uri="{FF2B5EF4-FFF2-40B4-BE49-F238E27FC236}">
                <a16:creationId xmlns:a16="http://schemas.microsoft.com/office/drawing/2014/main" id="{2BE6DBA3-B340-46B1-B248-B6AC051CB38C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12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2DEA-036D-D9D9-5E3B-BDA0062A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37C88-1294-9C64-9024-0FBAB8A5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13391-0FB1-835D-4FF7-CCB8A61F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DEB01-D8AF-B55F-9424-53A656D7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2DA942-361D-7D1C-3165-29D960B1CDDA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raphic 12">
            <a:extLst>
              <a:ext uri="{FF2B5EF4-FFF2-40B4-BE49-F238E27FC236}">
                <a16:creationId xmlns:a16="http://schemas.microsoft.com/office/drawing/2014/main" id="{ECBDD43C-74B3-55A6-5644-922B7931368B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8" name="Graphic 39">
            <a:extLst>
              <a:ext uri="{FF2B5EF4-FFF2-40B4-BE49-F238E27FC236}">
                <a16:creationId xmlns:a16="http://schemas.microsoft.com/office/drawing/2014/main" id="{D72AC1B3-A513-E795-0112-3C141E2B0FCA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6FA8B2A-8CD2-E741-CC28-E54CB32E879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8A0E0E-D644-F186-A1A0-CD7221E9EF09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9EE4DAD-F1A6-98A3-BD89-61FEC6DDB627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F79EBDF-153E-64DA-8AD0-80945290AAB0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FAFBEC1-A980-EBBB-CEB7-4E76EAFC3028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816BB2-86DB-E7AD-7A5F-8B097BE2730C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Graphic 19">
            <a:extLst>
              <a:ext uri="{FF2B5EF4-FFF2-40B4-BE49-F238E27FC236}">
                <a16:creationId xmlns:a16="http://schemas.microsoft.com/office/drawing/2014/main" id="{145C8A07-DA87-69E6-FD22-0DAFF1A5CC3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75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29582-E8D9-4CC2-9173-B5042A7B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F5F73-2399-8350-FFE2-8588C839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7AD59-8F85-B91A-79FE-ED593404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B6C7EC-89C2-E3C0-2844-183751E7893E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raphic 12">
            <a:extLst>
              <a:ext uri="{FF2B5EF4-FFF2-40B4-BE49-F238E27FC236}">
                <a16:creationId xmlns:a16="http://schemas.microsoft.com/office/drawing/2014/main" id="{2B04FD41-2AAB-1729-18C4-286AD4D8E070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7" name="Graphic 39">
            <a:extLst>
              <a:ext uri="{FF2B5EF4-FFF2-40B4-BE49-F238E27FC236}">
                <a16:creationId xmlns:a16="http://schemas.microsoft.com/office/drawing/2014/main" id="{BA969ED6-A138-9EEB-A49F-769EAED4AEA4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897D91-F847-EF19-7B86-27BF426A9825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B0D6EF3-0913-66FB-552D-BF8E74F5B71B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AB1468-BDB9-5FC5-A23F-86E59FA476C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57E4F6-3AF2-8CCE-B1E3-84095A5861A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88CF1D-2CEC-AB55-A022-07DB77FA2156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7EFF2B8-2467-0560-78ED-D9C9045CA9B8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50647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FC3B-5798-60E1-A187-5B88FD1E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DC57-6EB5-B1A4-8715-3CDE0A546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382EB-3EB6-95F5-ACC8-0CA724583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5B90-9355-2A15-1A44-1842E617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22E8F-67A6-C98F-2687-87D487D29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4604F-F946-48F3-3235-8ABE1DF2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A4C68-589A-F37A-8935-EBDF294627E1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9BE93F88-7359-3CD2-8E53-C9E4F2F9A46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99EB25E-FECF-6509-59CD-4101ACC3D348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11" name="Graphic 33">
            <a:extLst>
              <a:ext uri="{FF2B5EF4-FFF2-40B4-BE49-F238E27FC236}">
                <a16:creationId xmlns:a16="http://schemas.microsoft.com/office/drawing/2014/main" id="{A7826F70-C53E-B2B5-5BCA-0AADA81F0FD4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539C8D6-5A25-4C7B-100A-ECA5CC82B09A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412DD35-52FE-5119-A462-6A53BA218C5A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059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4262-FD96-CFA9-E7A0-D6B69361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B06E4-272A-94DE-021D-AE05CBCF0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D3B03-EEDA-C21F-6CD9-79458009F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B03C-998F-8D9A-566B-8A7E3198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E33CF-8494-C37D-178F-1268BB3D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AAA01-35EE-F219-DA8B-763E370C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D62EB7-8700-C19E-BAF0-883445B465E2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EA146A01-F30A-3A34-9F32-886C9FD89290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6EDA32-EDC4-9091-7B75-B1B2D62D532A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11" name="Graphic 33">
            <a:extLst>
              <a:ext uri="{FF2B5EF4-FFF2-40B4-BE49-F238E27FC236}">
                <a16:creationId xmlns:a16="http://schemas.microsoft.com/office/drawing/2014/main" id="{C1EB832D-04DB-A833-F9CD-FF8F3F99C4AB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E409620-E327-0D61-B8BA-3CA523D51D5A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75D88A-EF1B-5293-C25C-073F5763C09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4776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A65A-BFD3-1D21-9DB3-D97E1CD4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FEC00-6D45-64F9-A4B0-CAC21CA9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461A-E0B9-A884-C2DA-FCD8938F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BE191-58E5-2F2E-B9D5-7489DD97A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F01AB-BB0C-BC13-4F97-44E8B6E8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796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3137E-64FC-EDC6-6F62-394F4C45D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22A9E-3286-5758-0EA4-B40800C8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9CE9-7D5B-3C83-0AFB-D1D44807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E343E-5A9D-3BA2-A335-02949C76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B61FD-D09C-9B70-F7A9-816D2D13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925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   </a:t>
            </a:r>
            <a:endParaRPr lang="ru-RU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259" y="5096662"/>
            <a:ext cx="4367531" cy="949829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Month</a:t>
            </a:r>
            <a:br>
              <a:rPr lang="en-US"/>
            </a:br>
            <a:r>
              <a:rPr lang="en-US"/>
              <a:t>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86259" y="3425363"/>
            <a:ext cx="3629300" cy="949829"/>
          </a:xfrm>
        </p:spPr>
        <p:txBody>
          <a:bodyPr>
            <a:normAutofit/>
          </a:bodyPr>
          <a:lstStyle>
            <a:lvl1pPr marL="0" indent="0">
              <a:buNone/>
              <a:defRPr sz="2800" b="1" i="0"/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Tagline</a:t>
            </a:r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110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2A714F2-A8EC-40F7-ACFF-A00E1DD10C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2412" y="2373273"/>
            <a:ext cx="11271651" cy="2549580"/>
          </a:xfrm>
          <a:custGeom>
            <a:avLst/>
            <a:gdLst>
              <a:gd name="connsiteX0" fmla="*/ 1257522 w 11271651"/>
              <a:gd name="connsiteY0" fmla="*/ 0 h 2549580"/>
              <a:gd name="connsiteX1" fmla="*/ 7117931 w 11271651"/>
              <a:gd name="connsiteY1" fmla="*/ 0 h 2549580"/>
              <a:gd name="connsiteX2" fmla="*/ 7133189 w 11271651"/>
              <a:gd name="connsiteY2" fmla="*/ 37934 h 2549580"/>
              <a:gd name="connsiteX3" fmla="*/ 7567673 w 11271651"/>
              <a:gd name="connsiteY3" fmla="*/ 284761 h 2549580"/>
              <a:gd name="connsiteX4" fmla="*/ 11271651 w 11271651"/>
              <a:gd name="connsiteY4" fmla="*/ 284761 h 2549580"/>
              <a:gd name="connsiteX5" fmla="*/ 11271651 w 11271651"/>
              <a:gd name="connsiteY5" fmla="*/ 2292367 h 2549580"/>
              <a:gd name="connsiteX6" fmla="*/ 3360838 w 11271651"/>
              <a:gd name="connsiteY6" fmla="*/ 2292367 h 2549580"/>
              <a:gd name="connsiteX7" fmla="*/ 3027059 w 11271651"/>
              <a:gd name="connsiteY7" fmla="*/ 2473692 h 2549580"/>
              <a:gd name="connsiteX8" fmla="*/ 2997435 w 11271651"/>
              <a:gd name="connsiteY8" fmla="*/ 2549580 h 2549580"/>
              <a:gd name="connsiteX9" fmla="*/ 1257522 w 11271651"/>
              <a:gd name="connsiteY9" fmla="*/ 2549580 h 2549580"/>
              <a:gd name="connsiteX10" fmla="*/ 0 w 11271651"/>
              <a:gd name="connsiteY10" fmla="*/ 1291940 h 2549580"/>
              <a:gd name="connsiteX11" fmla="*/ 0 w 11271651"/>
              <a:gd name="connsiteY11" fmla="*/ 1257641 h 2549580"/>
              <a:gd name="connsiteX12" fmla="*/ 1257522 w 11271651"/>
              <a:gd name="connsiteY12" fmla="*/ 0 h 254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1651" h="2549580">
                <a:moveTo>
                  <a:pt x="1257522" y="0"/>
                </a:moveTo>
                <a:lnTo>
                  <a:pt x="7117931" y="0"/>
                </a:lnTo>
                <a:lnTo>
                  <a:pt x="7133189" y="37934"/>
                </a:lnTo>
                <a:cubicBezTo>
                  <a:pt x="7196165" y="161665"/>
                  <a:pt x="7320847" y="284761"/>
                  <a:pt x="7567673" y="284761"/>
                </a:cubicBezTo>
                <a:lnTo>
                  <a:pt x="11271651" y="284761"/>
                </a:lnTo>
                <a:lnTo>
                  <a:pt x="11271651" y="2292367"/>
                </a:lnTo>
                <a:lnTo>
                  <a:pt x="3360838" y="2292367"/>
                </a:lnTo>
                <a:cubicBezTo>
                  <a:pt x="3357507" y="2292367"/>
                  <a:pt x="3127793" y="2295282"/>
                  <a:pt x="3027059" y="2473692"/>
                </a:cubicBezTo>
                <a:lnTo>
                  <a:pt x="2997435" y="2549580"/>
                </a:lnTo>
                <a:lnTo>
                  <a:pt x="1257522" y="2549580"/>
                </a:lnTo>
                <a:cubicBezTo>
                  <a:pt x="1257522" y="2549580"/>
                  <a:pt x="0" y="2549580"/>
                  <a:pt x="0" y="1291940"/>
                </a:cubicBezTo>
                <a:lnTo>
                  <a:pt x="0" y="1257641"/>
                </a:lnTo>
                <a:cubicBezTo>
                  <a:pt x="0" y="1257641"/>
                  <a:pt x="0" y="0"/>
                  <a:pt x="125752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DIVIDER SLIDE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0939-F172-405E-A418-A87CE5D9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80834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51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71770" y="1483675"/>
            <a:ext cx="6421408" cy="3438427"/>
          </a:xfrm>
          <a:custGeom>
            <a:avLst/>
            <a:gdLst>
              <a:gd name="connsiteX0" fmla="*/ 1709168 w 6421408"/>
              <a:gd name="connsiteY0" fmla="*/ 0 h 3438427"/>
              <a:gd name="connsiteX1" fmla="*/ 6421408 w 6421408"/>
              <a:gd name="connsiteY1" fmla="*/ 0 h 3438427"/>
              <a:gd name="connsiteX2" fmla="*/ 6421408 w 6421408"/>
              <a:gd name="connsiteY2" fmla="*/ 280430 h 3438427"/>
              <a:gd name="connsiteX3" fmla="*/ 5507320 w 6421408"/>
              <a:gd name="connsiteY3" fmla="*/ 280430 h 3438427"/>
              <a:gd name="connsiteX4" fmla="*/ 5322477 w 6421408"/>
              <a:gd name="connsiteY4" fmla="*/ 461067 h 3438427"/>
              <a:gd name="connsiteX5" fmla="*/ 5322477 w 6421408"/>
              <a:gd name="connsiteY5" fmla="*/ 467384 h 3438427"/>
              <a:gd name="connsiteX6" fmla="*/ 5507320 w 6421408"/>
              <a:gd name="connsiteY6" fmla="*/ 648021 h 3438427"/>
              <a:gd name="connsiteX7" fmla="*/ 6421408 w 6421408"/>
              <a:gd name="connsiteY7" fmla="*/ 648021 h 3438427"/>
              <a:gd name="connsiteX8" fmla="*/ 6421408 w 6421408"/>
              <a:gd name="connsiteY8" fmla="*/ 2672927 h 3438427"/>
              <a:gd name="connsiteX9" fmla="*/ 4918005 w 6421408"/>
              <a:gd name="connsiteY9" fmla="*/ 2672927 h 3438427"/>
              <a:gd name="connsiteX10" fmla="*/ 4642006 w 6421408"/>
              <a:gd name="connsiteY10" fmla="*/ 2943252 h 3438427"/>
              <a:gd name="connsiteX11" fmla="*/ 4642006 w 6421408"/>
              <a:gd name="connsiteY11" fmla="*/ 2949569 h 3438427"/>
              <a:gd name="connsiteX12" fmla="*/ 3297460 w 6421408"/>
              <a:gd name="connsiteY12" fmla="*/ 2949569 h 3438427"/>
              <a:gd name="connsiteX13" fmla="*/ 2831554 w 6421408"/>
              <a:gd name="connsiteY13" fmla="*/ 3411899 h 3438427"/>
              <a:gd name="connsiteX14" fmla="*/ 2831554 w 6421408"/>
              <a:gd name="connsiteY14" fmla="*/ 3428320 h 3438427"/>
              <a:gd name="connsiteX15" fmla="*/ 2831723 w 6421408"/>
              <a:gd name="connsiteY15" fmla="*/ 3434345 h 3438427"/>
              <a:gd name="connsiteX16" fmla="*/ 2831976 w 6421408"/>
              <a:gd name="connsiteY16" fmla="*/ 3438427 h 3438427"/>
              <a:gd name="connsiteX17" fmla="*/ 1709168 w 6421408"/>
              <a:gd name="connsiteY17" fmla="*/ 3438427 h 3438427"/>
              <a:gd name="connsiteX18" fmla="*/ 0 w 6421408"/>
              <a:gd name="connsiteY18" fmla="*/ 1733109 h 3438427"/>
              <a:gd name="connsiteX19" fmla="*/ 0 w 6421408"/>
              <a:gd name="connsiteY19" fmla="*/ 1705319 h 3438427"/>
              <a:gd name="connsiteX20" fmla="*/ 1709168 w 6421408"/>
              <a:gd name="connsiteY20" fmla="*/ 0 h 343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1408" h="3438427">
                <a:moveTo>
                  <a:pt x="1709168" y="0"/>
                </a:moveTo>
                <a:lnTo>
                  <a:pt x="6421408" y="0"/>
                </a:lnTo>
                <a:lnTo>
                  <a:pt x="6421408" y="280430"/>
                </a:lnTo>
                <a:lnTo>
                  <a:pt x="5507320" y="280430"/>
                </a:lnTo>
                <a:cubicBezTo>
                  <a:pt x="5507320" y="280430"/>
                  <a:pt x="5322477" y="280430"/>
                  <a:pt x="5322477" y="461067"/>
                </a:cubicBezTo>
                <a:lnTo>
                  <a:pt x="5322477" y="467384"/>
                </a:lnTo>
                <a:cubicBezTo>
                  <a:pt x="5322477" y="467384"/>
                  <a:pt x="5322477" y="648021"/>
                  <a:pt x="5507320" y="648021"/>
                </a:cubicBezTo>
                <a:lnTo>
                  <a:pt x="6421408" y="648021"/>
                </a:lnTo>
                <a:lnTo>
                  <a:pt x="6421408" y="2672927"/>
                </a:lnTo>
                <a:lnTo>
                  <a:pt x="4918005" y="2672927"/>
                </a:lnTo>
                <a:cubicBezTo>
                  <a:pt x="4915473" y="2672927"/>
                  <a:pt x="4642006" y="2675454"/>
                  <a:pt x="4642006" y="2943252"/>
                </a:cubicBezTo>
                <a:lnTo>
                  <a:pt x="4642006" y="2949569"/>
                </a:lnTo>
                <a:lnTo>
                  <a:pt x="3297460" y="2949569"/>
                </a:lnTo>
                <a:cubicBezTo>
                  <a:pt x="3292396" y="2949569"/>
                  <a:pt x="2831554" y="2954621"/>
                  <a:pt x="2831554" y="3411899"/>
                </a:cubicBezTo>
                <a:lnTo>
                  <a:pt x="2831554" y="3428320"/>
                </a:lnTo>
                <a:cubicBezTo>
                  <a:pt x="2831554" y="3428636"/>
                  <a:pt x="2831574" y="3430718"/>
                  <a:pt x="2831723" y="3434345"/>
                </a:cubicBezTo>
                <a:lnTo>
                  <a:pt x="2831976" y="3438427"/>
                </a:lnTo>
                <a:lnTo>
                  <a:pt x="1709168" y="3438427"/>
                </a:lnTo>
                <a:cubicBezTo>
                  <a:pt x="1709168" y="3438427"/>
                  <a:pt x="0" y="3438427"/>
                  <a:pt x="0" y="1733109"/>
                </a:cubicBezTo>
                <a:lnTo>
                  <a:pt x="0" y="1705319"/>
                </a:lnTo>
                <a:cubicBezTo>
                  <a:pt x="0" y="1705319"/>
                  <a:pt x="0" y="0"/>
                  <a:pt x="1709168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853" y="123190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TEXT LAYOUT 02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067" y="3889184"/>
            <a:ext cx="4548187" cy="170822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46691B2-7AF3-4CAC-A285-36444A9101D9}"/>
              </a:ext>
            </a:extLst>
          </p:cNvPr>
          <p:cNvSpPr/>
          <p:nvPr userDrawn="1"/>
        </p:nvSpPr>
        <p:spPr>
          <a:xfrm>
            <a:off x="12193179" y="4156602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8ACF66-A148-4D4F-A35C-837CDC6B154D}"/>
              </a:ext>
            </a:extLst>
          </p:cNvPr>
          <p:cNvSpPr/>
          <p:nvPr userDrawn="1"/>
        </p:nvSpPr>
        <p:spPr>
          <a:xfrm>
            <a:off x="12193179" y="4682093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11115" y="2374900"/>
            <a:ext cx="4565650" cy="701675"/>
          </a:xfrm>
        </p:spPr>
        <p:txBody>
          <a:bodyPr>
            <a:no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811115" y="3165301"/>
            <a:ext cx="4583113" cy="68952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860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6F44C9A9-0E74-4918-9B66-273196D2956C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4FD74D9D-1BEE-4A13-ABAA-5FBA5C4D1BF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81050"/>
            <a:ext cx="10515600" cy="676275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COMPARISON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93286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0066" y="1898650"/>
            <a:ext cx="10515599" cy="701675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258EB2BC-F42B-4177-83EB-F2D2BF76129C}"/>
              </a:ext>
            </a:extLst>
          </p:cNvPr>
          <p:cNvSpPr/>
          <p:nvPr userDrawn="1"/>
        </p:nvSpPr>
        <p:spPr>
          <a:xfrm>
            <a:off x="3019044" y="1583026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55960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311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985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F4C9083C-573A-4951-8064-8A2074E45857}"/>
              </a:ext>
            </a:extLst>
          </p:cNvPr>
          <p:cNvGrpSpPr/>
          <p:nvPr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24D028E-B0C2-46BA-B6A7-734B26FEA98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FD2C3DF-070C-48BB-8EC1-3FE31FCD20DC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503CC8C-61AD-4DAB-B26E-509EA44669D4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B58BBD-BF4B-44A6-A2C8-AF1BE81D516E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2EAB3F-89ED-4532-AC15-8D6D0DE40EEB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4D3737-C4D1-46DE-A197-29A638CA1F3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83773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6781" y="0"/>
            <a:ext cx="3894833" cy="5656330"/>
          </a:xfrm>
          <a:custGeom>
            <a:avLst/>
            <a:gdLst>
              <a:gd name="connsiteX0" fmla="*/ 691654 w 3894833"/>
              <a:gd name="connsiteY0" fmla="*/ 0 h 5656330"/>
              <a:gd name="connsiteX1" fmla="*/ 925166 w 3894833"/>
              <a:gd name="connsiteY1" fmla="*/ 0 h 5656330"/>
              <a:gd name="connsiteX2" fmla="*/ 925166 w 3894833"/>
              <a:gd name="connsiteY2" fmla="*/ 1025424 h 5656330"/>
              <a:gd name="connsiteX3" fmla="*/ 1184060 w 3894833"/>
              <a:gd name="connsiteY3" fmla="*/ 1289394 h 5656330"/>
              <a:gd name="connsiteX4" fmla="*/ 1194212 w 3894833"/>
              <a:gd name="connsiteY4" fmla="*/ 1289394 h 5656330"/>
              <a:gd name="connsiteX5" fmla="*/ 1453107 w 3894833"/>
              <a:gd name="connsiteY5" fmla="*/ 1025424 h 5656330"/>
              <a:gd name="connsiteX6" fmla="*/ 1453107 w 3894833"/>
              <a:gd name="connsiteY6" fmla="*/ 0 h 5656330"/>
              <a:gd name="connsiteX7" fmla="*/ 3894833 w 3894833"/>
              <a:gd name="connsiteY7" fmla="*/ 0 h 5656330"/>
              <a:gd name="connsiteX8" fmla="*/ 3894833 w 3894833"/>
              <a:gd name="connsiteY8" fmla="*/ 3731122 h 5656330"/>
              <a:gd name="connsiteX9" fmla="*/ 2110494 w 3894833"/>
              <a:gd name="connsiteY9" fmla="*/ 5656330 h 5656330"/>
              <a:gd name="connsiteX10" fmla="*/ 1842717 w 3894833"/>
              <a:gd name="connsiteY10" fmla="*/ 5656330 h 5656330"/>
              <a:gd name="connsiteX11" fmla="*/ 0 w 3894833"/>
              <a:gd name="connsiteY11" fmla="*/ 3731122 h 5656330"/>
              <a:gd name="connsiteX12" fmla="*/ 0 w 3894833"/>
              <a:gd name="connsiteY12" fmla="*/ 2120572 h 5656330"/>
              <a:gd name="connsiteX13" fmla="*/ 7266 w 3894833"/>
              <a:gd name="connsiteY13" fmla="*/ 2123266 h 5656330"/>
              <a:gd name="connsiteX14" fmla="*/ 171328 w 3894833"/>
              <a:gd name="connsiteY14" fmla="*/ 2144761 h 5656330"/>
              <a:gd name="connsiteX15" fmla="*/ 189095 w 3894833"/>
              <a:gd name="connsiteY15" fmla="*/ 2144761 h 5656330"/>
              <a:gd name="connsiteX16" fmla="*/ 691654 w 3894833"/>
              <a:gd name="connsiteY16" fmla="*/ 1639663 h 565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4833" h="5656330">
                <a:moveTo>
                  <a:pt x="691654" y="0"/>
                </a:moveTo>
                <a:lnTo>
                  <a:pt x="925166" y="0"/>
                </a:lnTo>
                <a:lnTo>
                  <a:pt x="925166" y="1025424"/>
                </a:lnTo>
                <a:cubicBezTo>
                  <a:pt x="925166" y="1025424"/>
                  <a:pt x="925166" y="1289394"/>
                  <a:pt x="1184060" y="1289394"/>
                </a:cubicBezTo>
                <a:lnTo>
                  <a:pt x="1194212" y="1289394"/>
                </a:lnTo>
                <a:cubicBezTo>
                  <a:pt x="1194212" y="1289394"/>
                  <a:pt x="1453107" y="1289394"/>
                  <a:pt x="1453107" y="1025424"/>
                </a:cubicBezTo>
                <a:lnTo>
                  <a:pt x="1453107" y="0"/>
                </a:lnTo>
                <a:lnTo>
                  <a:pt x="3894833" y="0"/>
                </a:lnTo>
                <a:lnTo>
                  <a:pt x="3894833" y="3731122"/>
                </a:lnTo>
                <a:cubicBezTo>
                  <a:pt x="3894833" y="3731122"/>
                  <a:pt x="3894833" y="5562417"/>
                  <a:pt x="2110494" y="5656330"/>
                </a:cubicBezTo>
                <a:lnTo>
                  <a:pt x="1842717" y="5656330"/>
                </a:lnTo>
                <a:cubicBezTo>
                  <a:pt x="1467066" y="5628410"/>
                  <a:pt x="0" y="5413934"/>
                  <a:pt x="0" y="3731122"/>
                </a:cubicBezTo>
                <a:lnTo>
                  <a:pt x="0" y="2120572"/>
                </a:lnTo>
                <a:lnTo>
                  <a:pt x="7266" y="2123266"/>
                </a:lnTo>
                <a:cubicBezTo>
                  <a:pt x="54929" y="2136948"/>
                  <a:pt x="109301" y="2144761"/>
                  <a:pt x="171328" y="2144761"/>
                </a:cubicBezTo>
                <a:lnTo>
                  <a:pt x="189095" y="2144761"/>
                </a:lnTo>
                <a:cubicBezTo>
                  <a:pt x="194172" y="2144761"/>
                  <a:pt x="691654" y="2138415"/>
                  <a:pt x="691654" y="163966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8B26E3-C9CA-4CFF-8221-19518F497FF4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A9957602-C843-44E0-A93F-66AF5A6A0F0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0023" y="90805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TEXT LAYOUT 02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492975F-6F5D-4157-A751-54BACCCF1800}"/>
              </a:ext>
            </a:extLst>
          </p:cNvPr>
          <p:cNvSpPr/>
          <p:nvPr/>
        </p:nvSpPr>
        <p:spPr>
          <a:xfrm>
            <a:off x="5492146" y="-12675"/>
            <a:ext cx="545708" cy="3819957"/>
          </a:xfrm>
          <a:custGeom>
            <a:avLst/>
            <a:gdLst>
              <a:gd name="connsiteX0" fmla="*/ 12675 w 545708"/>
              <a:gd name="connsiteY0" fmla="*/ 12675 h 3819957"/>
              <a:gd name="connsiteX1" fmla="*/ 12675 w 545708"/>
              <a:gd name="connsiteY1" fmla="*/ 3550894 h 3819957"/>
              <a:gd name="connsiteX2" fmla="*/ 271569 w 545708"/>
              <a:gd name="connsiteY2" fmla="*/ 3814865 h 3819957"/>
              <a:gd name="connsiteX3" fmla="*/ 281722 w 545708"/>
              <a:gd name="connsiteY3" fmla="*/ 3814865 h 3819957"/>
              <a:gd name="connsiteX4" fmla="*/ 540616 w 545708"/>
              <a:gd name="connsiteY4" fmla="*/ 3550894 h 3819957"/>
              <a:gd name="connsiteX5" fmla="*/ 540616 w 545708"/>
              <a:gd name="connsiteY5" fmla="*/ 12675 h 3819957"/>
              <a:gd name="connsiteX6" fmla="*/ 12675 w 545708"/>
              <a:gd name="connsiteY6" fmla="*/ 12675 h 3819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708" h="3819957">
                <a:moveTo>
                  <a:pt x="12675" y="12675"/>
                </a:moveTo>
                <a:lnTo>
                  <a:pt x="12675" y="3550894"/>
                </a:lnTo>
                <a:cubicBezTo>
                  <a:pt x="12675" y="3550894"/>
                  <a:pt x="12675" y="3814865"/>
                  <a:pt x="271569" y="3814865"/>
                </a:cubicBezTo>
                <a:lnTo>
                  <a:pt x="281722" y="3814865"/>
                </a:lnTo>
                <a:cubicBezTo>
                  <a:pt x="281722" y="3814865"/>
                  <a:pt x="540616" y="3814865"/>
                  <a:pt x="540616" y="3550894"/>
                </a:cubicBezTo>
                <a:lnTo>
                  <a:pt x="540616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C50EDEB-35C1-4DED-A608-A0EAA8DE5404}"/>
              </a:ext>
            </a:extLst>
          </p:cNvPr>
          <p:cNvSpPr/>
          <p:nvPr/>
        </p:nvSpPr>
        <p:spPr>
          <a:xfrm>
            <a:off x="5479455" y="-12675"/>
            <a:ext cx="571090" cy="3832648"/>
          </a:xfrm>
          <a:custGeom>
            <a:avLst/>
            <a:gdLst>
              <a:gd name="connsiteX0" fmla="*/ 540616 w 571089"/>
              <a:gd name="connsiteY0" fmla="*/ 12675 h 3832648"/>
              <a:gd name="connsiteX1" fmla="*/ 540616 w 571089"/>
              <a:gd name="connsiteY1" fmla="*/ 3550894 h 3832648"/>
              <a:gd name="connsiteX2" fmla="*/ 294413 w 571089"/>
              <a:gd name="connsiteY2" fmla="*/ 3802174 h 3832648"/>
              <a:gd name="connsiteX3" fmla="*/ 284260 w 571089"/>
              <a:gd name="connsiteY3" fmla="*/ 3802174 h 3832648"/>
              <a:gd name="connsiteX4" fmla="*/ 38056 w 571089"/>
              <a:gd name="connsiteY4" fmla="*/ 3550894 h 3832648"/>
              <a:gd name="connsiteX5" fmla="*/ 38056 w 571089"/>
              <a:gd name="connsiteY5" fmla="*/ 12675 h 3832648"/>
              <a:gd name="connsiteX6" fmla="*/ 12675 w 571089"/>
              <a:gd name="connsiteY6" fmla="*/ 12675 h 3832648"/>
              <a:gd name="connsiteX7" fmla="*/ 12675 w 571089"/>
              <a:gd name="connsiteY7" fmla="*/ 3550894 h 3832648"/>
              <a:gd name="connsiteX8" fmla="*/ 284260 w 571089"/>
              <a:gd name="connsiteY8" fmla="*/ 3827556 h 3832648"/>
              <a:gd name="connsiteX9" fmla="*/ 294413 w 571089"/>
              <a:gd name="connsiteY9" fmla="*/ 3827556 h 3832648"/>
              <a:gd name="connsiteX10" fmla="*/ 565998 w 571089"/>
              <a:gd name="connsiteY10" fmla="*/ 3550894 h 3832648"/>
              <a:gd name="connsiteX11" fmla="*/ 565998 w 571089"/>
              <a:gd name="connsiteY11" fmla="*/ 12675 h 3832648"/>
              <a:gd name="connsiteX12" fmla="*/ 540616 w 571089"/>
              <a:gd name="connsiteY12" fmla="*/ 12675 h 38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089" h="3832648">
                <a:moveTo>
                  <a:pt x="540616" y="12675"/>
                </a:moveTo>
                <a:lnTo>
                  <a:pt x="540616" y="3550894"/>
                </a:lnTo>
                <a:cubicBezTo>
                  <a:pt x="540616" y="3798367"/>
                  <a:pt x="304565" y="3802174"/>
                  <a:pt x="294413" y="3802174"/>
                </a:cubicBezTo>
                <a:lnTo>
                  <a:pt x="284260" y="3802174"/>
                </a:lnTo>
                <a:cubicBezTo>
                  <a:pt x="41864" y="3802174"/>
                  <a:pt x="38056" y="3561047"/>
                  <a:pt x="38056" y="3550894"/>
                </a:cubicBezTo>
                <a:lnTo>
                  <a:pt x="38056" y="12675"/>
                </a:lnTo>
                <a:lnTo>
                  <a:pt x="12675" y="12675"/>
                </a:lnTo>
                <a:lnTo>
                  <a:pt x="12675" y="3550894"/>
                </a:lnTo>
                <a:cubicBezTo>
                  <a:pt x="12675" y="3553433"/>
                  <a:pt x="15213" y="3827556"/>
                  <a:pt x="284260" y="3827556"/>
                </a:cubicBezTo>
                <a:lnTo>
                  <a:pt x="294413" y="3827556"/>
                </a:lnTo>
                <a:cubicBezTo>
                  <a:pt x="296951" y="3827556"/>
                  <a:pt x="565998" y="3825017"/>
                  <a:pt x="565998" y="3550894"/>
                </a:cubicBezTo>
                <a:lnTo>
                  <a:pt x="565998" y="12675"/>
                </a:lnTo>
                <a:lnTo>
                  <a:pt x="540616" y="12675"/>
                </a:lnTo>
                <a:close/>
              </a:path>
            </a:pathLst>
          </a:custGeom>
          <a:solidFill>
            <a:schemeClr val="bg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910023" y="2050475"/>
            <a:ext cx="4548187" cy="63968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910023" y="2839714"/>
            <a:ext cx="4548187" cy="2916952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Graphic 22">
            <a:extLst>
              <a:ext uri="{FF2B5EF4-FFF2-40B4-BE49-F238E27FC236}">
                <a16:creationId xmlns:a16="http://schemas.microsoft.com/office/drawing/2014/main" id="{827885C7-FA6F-4513-83BC-BEAD42F63D5B}"/>
              </a:ext>
            </a:extLst>
          </p:cNvPr>
          <p:cNvSpPr/>
          <p:nvPr userDrawn="1"/>
        </p:nvSpPr>
        <p:spPr>
          <a:xfrm>
            <a:off x="6981947" y="172667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961087-B677-45AC-8D02-FEE615D17609}"/>
              </a:ext>
            </a:extLst>
          </p:cNvPr>
          <p:cNvSpPr/>
          <p:nvPr userDrawn="1"/>
        </p:nvSpPr>
        <p:spPr>
          <a:xfrm>
            <a:off x="1069371" y="-12675"/>
            <a:ext cx="1002580" cy="2144760"/>
          </a:xfrm>
          <a:custGeom>
            <a:avLst/>
            <a:gdLst>
              <a:gd name="connsiteX0" fmla="*/ 12675 w 1002580"/>
              <a:gd name="connsiteY0" fmla="*/ 12675 h 2144760"/>
              <a:gd name="connsiteX1" fmla="*/ 12675 w 1002580"/>
              <a:gd name="connsiteY1" fmla="*/ 1652337 h 2144760"/>
              <a:gd name="connsiteX2" fmla="*/ 498736 w 1002580"/>
              <a:gd name="connsiteY2" fmla="*/ 2139668 h 2144760"/>
              <a:gd name="connsiteX3" fmla="*/ 516503 w 1002580"/>
              <a:gd name="connsiteY3" fmla="*/ 2139668 h 2144760"/>
              <a:gd name="connsiteX4" fmla="*/ 1002564 w 1002580"/>
              <a:gd name="connsiteY4" fmla="*/ 1652337 h 2144760"/>
              <a:gd name="connsiteX5" fmla="*/ 1002564 w 1002580"/>
              <a:gd name="connsiteY5" fmla="*/ 12675 h 2144760"/>
              <a:gd name="connsiteX6" fmla="*/ 12675 w 1002580"/>
              <a:gd name="connsiteY6" fmla="*/ 12675 h 214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80" h="2144760">
                <a:moveTo>
                  <a:pt x="12675" y="12675"/>
                </a:moveTo>
                <a:lnTo>
                  <a:pt x="12675" y="1652337"/>
                </a:lnTo>
                <a:cubicBezTo>
                  <a:pt x="12675" y="1652337"/>
                  <a:pt x="12675" y="2139668"/>
                  <a:pt x="498736" y="2139668"/>
                </a:cubicBezTo>
                <a:lnTo>
                  <a:pt x="516503" y="2139668"/>
                </a:lnTo>
                <a:cubicBezTo>
                  <a:pt x="516503" y="2139668"/>
                  <a:pt x="1002564" y="2139668"/>
                  <a:pt x="1002564" y="1652337"/>
                </a:cubicBezTo>
                <a:lnTo>
                  <a:pt x="1002564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3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070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THANK YOU!</a:t>
            </a:r>
            <a:endParaRPr lang="ru-R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August Bergqvist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0EF4532A-9AB5-4545-A83D-BD0E396357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420" y="4633361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Phone: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D579A1F5-9180-47FE-A31B-4E37384383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420" y="4892976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678 555-0128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5334299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Email: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593914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BERGQVIST@EXAMPLE.COM</a:t>
            </a:r>
          </a:p>
        </p:txBody>
      </p:sp>
      <p:sp>
        <p:nvSpPr>
          <p:cNvPr id="3" name="Graphic 23">
            <a:extLst>
              <a:ext uri="{FF2B5EF4-FFF2-40B4-BE49-F238E27FC236}">
                <a16:creationId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97389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22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6BE8D45D-1E08-4F59-96CC-EA53D7CA6AB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8E968353-82DA-42A2-88B6-AEFCF124AF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2753" y="1474969"/>
            <a:ext cx="439525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CHART SLIDE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49889" y="2592569"/>
            <a:ext cx="5630885" cy="70167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26385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6386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126410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6411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65899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5900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65924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5925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005413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05414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05438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05439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911225" y="908050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D0A213E0-4DC9-4F6A-98B8-21DE9AE2D9B0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4312820-32BB-4DFC-B775-2031DE03F33E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9B4581F-B122-40B8-BE37-64894A713B38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7CF8C75-A610-43BA-923F-335A6051357D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6793F9B-5B71-414E-9CB2-2B76F830887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807DE94-0E8D-4E1B-A7D2-E0F91AF2E54C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BC592BA-C191-49B5-8F41-8E14CFFDAC4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" name="Graphic 50">
            <a:extLst>
              <a:ext uri="{FF2B5EF4-FFF2-40B4-BE49-F238E27FC236}">
                <a16:creationId xmlns:a16="http://schemas.microsoft.com/office/drawing/2014/main" id="{33AA43FA-C2DC-406C-BFE6-A2A804112236}"/>
              </a:ext>
            </a:extLst>
          </p:cNvPr>
          <p:cNvSpPr/>
          <p:nvPr/>
        </p:nvSpPr>
        <p:spPr>
          <a:xfrm>
            <a:off x="5731819" y="2267879"/>
            <a:ext cx="3016875" cy="165305"/>
          </a:xfrm>
          <a:custGeom>
            <a:avLst/>
            <a:gdLst>
              <a:gd name="connsiteX0" fmla="*/ 2957222 w 3016875"/>
              <a:gd name="connsiteY0" fmla="*/ 159503 h 165304"/>
              <a:gd name="connsiteX1" fmla="*/ 71329 w 3016875"/>
              <a:gd name="connsiteY1" fmla="*/ 159503 h 165304"/>
              <a:gd name="connsiteX2" fmla="*/ 9059 w 3016875"/>
              <a:gd name="connsiteY2" fmla="*/ 84480 h 165304"/>
              <a:gd name="connsiteX3" fmla="*/ 9059 w 3016875"/>
              <a:gd name="connsiteY3" fmla="*/ 84480 h 165304"/>
              <a:gd name="connsiteX4" fmla="*/ 71329 w 3016875"/>
              <a:gd name="connsiteY4" fmla="*/ 10729 h 165304"/>
              <a:gd name="connsiteX5" fmla="*/ 2956149 w 3016875"/>
              <a:gd name="connsiteY5" fmla="*/ 10729 h 165304"/>
              <a:gd name="connsiteX6" fmla="*/ 3018419 w 3016875"/>
              <a:gd name="connsiteY6" fmla="*/ 84480 h 165304"/>
              <a:gd name="connsiteX7" fmla="*/ 3018419 w 3016875"/>
              <a:gd name="connsiteY7" fmla="*/ 84480 h 165304"/>
              <a:gd name="connsiteX8" fmla="*/ 2957222 w 3016875"/>
              <a:gd name="connsiteY8" fmla="*/ 159503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6875" h="165304">
                <a:moveTo>
                  <a:pt x="2957222" y="159503"/>
                </a:moveTo>
                <a:lnTo>
                  <a:pt x="71329" y="159503"/>
                </a:lnTo>
                <a:cubicBezTo>
                  <a:pt x="36973" y="159503"/>
                  <a:pt x="9059" y="125171"/>
                  <a:pt x="9059" y="84480"/>
                </a:cubicBezTo>
                <a:lnTo>
                  <a:pt x="9059" y="84480"/>
                </a:lnTo>
                <a:cubicBezTo>
                  <a:pt x="9059" y="43790"/>
                  <a:pt x="36973" y="10729"/>
                  <a:pt x="71329" y="10729"/>
                </a:cubicBezTo>
                <a:lnTo>
                  <a:pt x="2956149" y="10729"/>
                </a:lnTo>
                <a:cubicBezTo>
                  <a:pt x="2990505" y="10729"/>
                  <a:pt x="3018419" y="43790"/>
                  <a:pt x="3018419" y="84480"/>
                </a:cubicBezTo>
                <a:lnTo>
                  <a:pt x="3018419" y="84480"/>
                </a:lnTo>
                <a:cubicBezTo>
                  <a:pt x="3019492" y="125171"/>
                  <a:pt x="2991578" y="159503"/>
                  <a:pt x="2957222" y="15950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955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F21AF1E2-466C-487E-86AF-CA6FFFCA272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Graphic 12">
            <a:extLst>
              <a:ext uri="{FF2B5EF4-FFF2-40B4-BE49-F238E27FC236}">
                <a16:creationId xmlns:a16="http://schemas.microsoft.com/office/drawing/2014/main" id="{531F1BC1-79BD-45BA-B27E-7A2C62A65EC9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744" y="2134675"/>
            <a:ext cx="340330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TABLE SLIDE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9405" y="3252275"/>
            <a:ext cx="3396171" cy="1846732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24400" y="1493214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/>
          </a:p>
        </p:txBody>
      </p:sp>
      <p:grpSp>
        <p:nvGrpSpPr>
          <p:cNvPr id="45" name="Graphic 39">
            <a:extLst>
              <a:ext uri="{FF2B5EF4-FFF2-40B4-BE49-F238E27FC236}">
                <a16:creationId xmlns:a16="http://schemas.microsoft.com/office/drawing/2014/main" id="{2B29CFAD-7DFA-43C8-BC78-F666303C4A65}"/>
              </a:ext>
            </a:extLst>
          </p:cNvPr>
          <p:cNvGrpSpPr/>
          <p:nvPr userDrawn="1"/>
        </p:nvGrpSpPr>
        <p:grpSpPr>
          <a:xfrm flipH="1">
            <a:off x="-3477" y="0"/>
            <a:ext cx="2188800" cy="1933794"/>
            <a:chOff x="10003200" y="0"/>
            <a:chExt cx="2188800" cy="193379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709766F-07C2-47E0-94AE-482595B63D17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9F02ED7-2803-4FC7-8D17-DB9AF81B2257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715C276-3245-4E87-976F-10DC35AF0E89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4F9402-D548-4465-B31D-5C89E49D8F2D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4C16800-96DF-4B5C-B15B-EB27E1475EB3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E9DBF7F-0A02-4C85-A28D-3C88C66B3486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" name="Graphic 54">
            <a:extLst>
              <a:ext uri="{FF2B5EF4-FFF2-40B4-BE49-F238E27FC236}">
                <a16:creationId xmlns:a16="http://schemas.microsoft.com/office/drawing/2014/main" id="{A1820133-6B1B-4297-8A79-2E89B2C7199B}"/>
              </a:ext>
            </a:extLst>
          </p:cNvPr>
          <p:cNvSpPr/>
          <p:nvPr/>
        </p:nvSpPr>
        <p:spPr>
          <a:xfrm>
            <a:off x="895660" y="2912161"/>
            <a:ext cx="2781900" cy="165305"/>
          </a:xfrm>
          <a:custGeom>
            <a:avLst/>
            <a:gdLst>
              <a:gd name="connsiteX0" fmla="*/ 2726257 w 2781900"/>
              <a:gd name="connsiteY0" fmla="*/ 158686 h 165304"/>
              <a:gd name="connsiteX1" fmla="*/ 65137 w 2781900"/>
              <a:gd name="connsiteY1" fmla="*/ 158686 h 165304"/>
              <a:gd name="connsiteX2" fmla="*/ 7717 w 2781900"/>
              <a:gd name="connsiteY2" fmla="*/ 83663 h 165304"/>
              <a:gd name="connsiteX3" fmla="*/ 7717 w 2781900"/>
              <a:gd name="connsiteY3" fmla="*/ 83663 h 165304"/>
              <a:gd name="connsiteX4" fmla="*/ 65137 w 2781900"/>
              <a:gd name="connsiteY4" fmla="*/ 9911 h 165304"/>
              <a:gd name="connsiteX5" fmla="*/ 2725267 w 2781900"/>
              <a:gd name="connsiteY5" fmla="*/ 9911 h 165304"/>
              <a:gd name="connsiteX6" fmla="*/ 2782687 w 2781900"/>
              <a:gd name="connsiteY6" fmla="*/ 83663 h 165304"/>
              <a:gd name="connsiteX7" fmla="*/ 2782687 w 2781900"/>
              <a:gd name="connsiteY7" fmla="*/ 83663 h 165304"/>
              <a:gd name="connsiteX8" fmla="*/ 2726257 w 2781900"/>
              <a:gd name="connsiteY8" fmla="*/ 158686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900" h="165304">
                <a:moveTo>
                  <a:pt x="2726257" y="158686"/>
                </a:moveTo>
                <a:lnTo>
                  <a:pt x="65137" y="158686"/>
                </a:lnTo>
                <a:cubicBezTo>
                  <a:pt x="33457" y="158686"/>
                  <a:pt x="7717" y="124353"/>
                  <a:pt x="7717" y="83663"/>
                </a:cubicBezTo>
                <a:lnTo>
                  <a:pt x="7717" y="83663"/>
                </a:lnTo>
                <a:cubicBezTo>
                  <a:pt x="7717" y="42972"/>
                  <a:pt x="33457" y="9911"/>
                  <a:pt x="65137" y="9911"/>
                </a:cubicBezTo>
                <a:lnTo>
                  <a:pt x="2725267" y="9911"/>
                </a:lnTo>
                <a:cubicBezTo>
                  <a:pt x="2756947" y="9911"/>
                  <a:pt x="2782687" y="42972"/>
                  <a:pt x="2782687" y="83663"/>
                </a:cubicBezTo>
                <a:lnTo>
                  <a:pt x="2782687" y="83663"/>
                </a:lnTo>
                <a:cubicBezTo>
                  <a:pt x="2783677" y="124353"/>
                  <a:pt x="2757937" y="158686"/>
                  <a:pt x="2726257" y="1586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899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220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3767FEE9-DC75-4465-BA6B-06E00CF6A2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0660" cy="5569499"/>
          </a:xfrm>
          <a:custGeom>
            <a:avLst/>
            <a:gdLst>
              <a:gd name="connsiteX0" fmla="*/ 0 w 12190660"/>
              <a:gd name="connsiteY0" fmla="*/ 0 h 5569499"/>
              <a:gd name="connsiteX1" fmla="*/ 10154649 w 12190660"/>
              <a:gd name="connsiteY1" fmla="*/ 0 h 5569499"/>
              <a:gd name="connsiteX2" fmla="*/ 7708389 w 12190660"/>
              <a:gd name="connsiteY2" fmla="*/ 1206619 h 5569499"/>
              <a:gd name="connsiteX3" fmla="*/ 7464525 w 12190660"/>
              <a:gd name="connsiteY3" fmla="*/ 1403488 h 5569499"/>
              <a:gd name="connsiteX4" fmla="*/ 7401019 w 12190660"/>
              <a:gd name="connsiteY4" fmla="*/ 1973774 h 5569499"/>
              <a:gd name="connsiteX5" fmla="*/ 7409910 w 12190660"/>
              <a:gd name="connsiteY5" fmla="*/ 1991556 h 5569499"/>
              <a:gd name="connsiteX6" fmla="*/ 7600428 w 12190660"/>
              <a:gd name="connsiteY6" fmla="*/ 2204937 h 5569499"/>
              <a:gd name="connsiteX7" fmla="*/ 7891287 w 12190660"/>
              <a:gd name="connsiteY7" fmla="*/ 2295116 h 5569499"/>
              <a:gd name="connsiteX8" fmla="*/ 8205008 w 12190660"/>
              <a:gd name="connsiteY8" fmla="*/ 2213828 h 5569499"/>
              <a:gd name="connsiteX9" fmla="*/ 12190660 w 12190660"/>
              <a:gd name="connsiteY9" fmla="*/ 248944 h 5569499"/>
              <a:gd name="connsiteX10" fmla="*/ 12190660 w 12190660"/>
              <a:gd name="connsiteY10" fmla="*/ 449624 h 5569499"/>
              <a:gd name="connsiteX11" fmla="*/ 10261340 w 12190660"/>
              <a:gd name="connsiteY11" fmla="*/ 1400948 h 5569499"/>
              <a:gd name="connsiteX12" fmla="*/ 9931108 w 12190660"/>
              <a:gd name="connsiteY12" fmla="*/ 1680375 h 5569499"/>
              <a:gd name="connsiteX13" fmla="*/ 9879032 w 12190660"/>
              <a:gd name="connsiteY13" fmla="*/ 2528819 h 5569499"/>
              <a:gd name="connsiteX14" fmla="*/ 9893004 w 12190660"/>
              <a:gd name="connsiteY14" fmla="*/ 2556762 h 5569499"/>
              <a:gd name="connsiteX15" fmla="*/ 10172431 w 12190660"/>
              <a:gd name="connsiteY15" fmla="*/ 2886994 h 5569499"/>
              <a:gd name="connsiteX16" fmla="*/ 10618245 w 12190660"/>
              <a:gd name="connsiteY16" fmla="*/ 3041950 h 5569499"/>
              <a:gd name="connsiteX17" fmla="*/ 11019604 w 12190660"/>
              <a:gd name="connsiteY17" fmla="*/ 2939069 h 5569499"/>
              <a:gd name="connsiteX18" fmla="*/ 12190660 w 12190660"/>
              <a:gd name="connsiteY18" fmla="*/ 2362433 h 5569499"/>
              <a:gd name="connsiteX19" fmla="*/ 12190660 w 12190660"/>
              <a:gd name="connsiteY19" fmla="*/ 5569499 h 5569499"/>
              <a:gd name="connsiteX20" fmla="*/ 0 w 12190660"/>
              <a:gd name="connsiteY20" fmla="*/ 5569499 h 5569499"/>
              <a:gd name="connsiteX21" fmla="*/ 0 w 12190660"/>
              <a:gd name="connsiteY21" fmla="*/ 4872200 h 5569499"/>
              <a:gd name="connsiteX22" fmla="*/ 1553363 w 12190660"/>
              <a:gd name="connsiteY22" fmla="*/ 4107584 h 5569499"/>
              <a:gd name="connsiteX23" fmla="*/ 1698157 w 12190660"/>
              <a:gd name="connsiteY23" fmla="*/ 3842128 h 5569499"/>
              <a:gd name="connsiteX24" fmla="*/ 1695617 w 12190660"/>
              <a:gd name="connsiteY24" fmla="*/ 3835778 h 5569499"/>
              <a:gd name="connsiteX25" fmla="*/ 1693077 w 12190660"/>
              <a:gd name="connsiteY25" fmla="*/ 3831968 h 5569499"/>
              <a:gd name="connsiteX26" fmla="*/ 2488175 w 12190660"/>
              <a:gd name="connsiteY26" fmla="*/ 3439499 h 5569499"/>
              <a:gd name="connsiteX27" fmla="*/ 2795545 w 12190660"/>
              <a:gd name="connsiteY27" fmla="*/ 2672343 h 5569499"/>
              <a:gd name="connsiteX28" fmla="*/ 2786654 w 12190660"/>
              <a:gd name="connsiteY28" fmla="*/ 2654561 h 5569499"/>
              <a:gd name="connsiteX29" fmla="*/ 1991556 w 12190660"/>
              <a:gd name="connsiteY29" fmla="*/ 2432290 h 5569499"/>
              <a:gd name="connsiteX30" fmla="*/ 0 w 12190660"/>
              <a:gd name="connsiteY30" fmla="*/ 3414096 h 556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0660" h="5569499">
                <a:moveTo>
                  <a:pt x="0" y="0"/>
                </a:moveTo>
                <a:lnTo>
                  <a:pt x="10154649" y="0"/>
                </a:lnTo>
                <a:lnTo>
                  <a:pt x="7708389" y="1206619"/>
                </a:lnTo>
                <a:cubicBezTo>
                  <a:pt x="7703308" y="1210429"/>
                  <a:pt x="7569945" y="1276476"/>
                  <a:pt x="7464525" y="1403488"/>
                </a:cubicBezTo>
                <a:cubicBezTo>
                  <a:pt x="7365455" y="1522880"/>
                  <a:pt x="7275276" y="1718479"/>
                  <a:pt x="7401019" y="1973774"/>
                </a:cubicBezTo>
                <a:lnTo>
                  <a:pt x="7409910" y="1991556"/>
                </a:lnTo>
                <a:cubicBezTo>
                  <a:pt x="7412449" y="1996637"/>
                  <a:pt x="7472145" y="2117298"/>
                  <a:pt x="7600428" y="2204937"/>
                </a:cubicBezTo>
                <a:cubicBezTo>
                  <a:pt x="7669015" y="2251932"/>
                  <a:pt x="7766815" y="2295116"/>
                  <a:pt x="7891287" y="2295116"/>
                </a:cubicBezTo>
                <a:cubicBezTo>
                  <a:pt x="7981466" y="2295116"/>
                  <a:pt x="8085616" y="2272254"/>
                  <a:pt x="8205008" y="2213828"/>
                </a:cubicBezTo>
                <a:lnTo>
                  <a:pt x="12190660" y="248944"/>
                </a:lnTo>
                <a:lnTo>
                  <a:pt x="12190660" y="449624"/>
                </a:lnTo>
                <a:lnTo>
                  <a:pt x="10261340" y="1400948"/>
                </a:lnTo>
                <a:cubicBezTo>
                  <a:pt x="10253719" y="1404758"/>
                  <a:pt x="10070821" y="1496207"/>
                  <a:pt x="9931108" y="1680375"/>
                </a:cubicBezTo>
                <a:cubicBezTo>
                  <a:pt x="9801555" y="1853112"/>
                  <a:pt x="9687243" y="2138891"/>
                  <a:pt x="9879032" y="2528819"/>
                </a:cubicBezTo>
                <a:lnTo>
                  <a:pt x="9893004" y="2556762"/>
                </a:lnTo>
                <a:cubicBezTo>
                  <a:pt x="9896814" y="2564382"/>
                  <a:pt x="9988263" y="2747281"/>
                  <a:pt x="10172431" y="2886994"/>
                </a:cubicBezTo>
                <a:cubicBezTo>
                  <a:pt x="10277852" y="2967012"/>
                  <a:pt x="10427726" y="3041950"/>
                  <a:pt x="10618245" y="3041950"/>
                </a:cubicBezTo>
                <a:cubicBezTo>
                  <a:pt x="10736366" y="3041950"/>
                  <a:pt x="10869730" y="3012737"/>
                  <a:pt x="11019604" y="2939069"/>
                </a:cubicBezTo>
                <a:lnTo>
                  <a:pt x="12190660" y="2362433"/>
                </a:lnTo>
                <a:lnTo>
                  <a:pt x="12190660" y="5569499"/>
                </a:lnTo>
                <a:lnTo>
                  <a:pt x="0" y="5569499"/>
                </a:lnTo>
                <a:lnTo>
                  <a:pt x="0" y="4872200"/>
                </a:lnTo>
                <a:lnTo>
                  <a:pt x="1553363" y="4107584"/>
                </a:lnTo>
                <a:cubicBezTo>
                  <a:pt x="1553363" y="4107584"/>
                  <a:pt x="1775635" y="3998354"/>
                  <a:pt x="1698157" y="3842128"/>
                </a:cubicBezTo>
                <a:lnTo>
                  <a:pt x="1695617" y="3835778"/>
                </a:lnTo>
                <a:cubicBezTo>
                  <a:pt x="1695617" y="3835778"/>
                  <a:pt x="1694347" y="3834508"/>
                  <a:pt x="1693077" y="3831968"/>
                </a:cubicBezTo>
                <a:lnTo>
                  <a:pt x="2488175" y="3439499"/>
                </a:lnTo>
                <a:cubicBezTo>
                  <a:pt x="2493255" y="3435688"/>
                  <a:pt x="3036869" y="3161341"/>
                  <a:pt x="2795545" y="2672343"/>
                </a:cubicBezTo>
                <a:lnTo>
                  <a:pt x="2786654" y="2654561"/>
                </a:lnTo>
                <a:cubicBezTo>
                  <a:pt x="2784114" y="2649481"/>
                  <a:pt x="2536440" y="2163023"/>
                  <a:pt x="1991556" y="2432290"/>
                </a:cubicBezTo>
                <a:lnTo>
                  <a:pt x="0" y="3414096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A0902BC-58E0-4395-9D80-6CF5CA0FAAB0}"/>
              </a:ext>
            </a:extLst>
          </p:cNvPr>
          <p:cNvSpPr/>
          <p:nvPr/>
        </p:nvSpPr>
        <p:spPr>
          <a:xfrm>
            <a:off x="7345849" y="-12701"/>
            <a:ext cx="4851878" cy="2298926"/>
          </a:xfrm>
          <a:custGeom>
            <a:avLst/>
            <a:gdLst>
              <a:gd name="connsiteX0" fmla="*/ 4844811 w 4851877"/>
              <a:gd name="connsiteY0" fmla="*/ 12701 h 2298926"/>
              <a:gd name="connsiteX1" fmla="*/ 2851985 w 4851877"/>
              <a:gd name="connsiteY1" fmla="*/ 12701 h 2298926"/>
              <a:gd name="connsiteX2" fmla="*/ 371430 w 4851877"/>
              <a:gd name="connsiteY2" fmla="*/ 1235832 h 2298926"/>
              <a:gd name="connsiteX3" fmla="*/ 72951 w 4851877"/>
              <a:gd name="connsiteY3" fmla="*/ 1977585 h 2298926"/>
              <a:gd name="connsiteX4" fmla="*/ 81842 w 4851877"/>
              <a:gd name="connsiteY4" fmla="*/ 1995367 h 2298926"/>
              <a:gd name="connsiteX5" fmla="*/ 851538 w 4851877"/>
              <a:gd name="connsiteY5" fmla="*/ 2210018 h 2298926"/>
              <a:gd name="connsiteX6" fmla="*/ 4844811 w 4851877"/>
              <a:gd name="connsiteY6" fmla="*/ 240054 h 2298926"/>
              <a:gd name="connsiteX7" fmla="*/ 4844811 w 4851877"/>
              <a:gd name="connsiteY7" fmla="*/ 12701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98926">
                <a:moveTo>
                  <a:pt x="4844811" y="12701"/>
                </a:moveTo>
                <a:lnTo>
                  <a:pt x="2851985" y="12701"/>
                </a:lnTo>
                <a:lnTo>
                  <a:pt x="371430" y="1235832"/>
                </a:lnTo>
                <a:cubicBezTo>
                  <a:pt x="371430" y="1235832"/>
                  <a:pt x="-163292" y="1500018"/>
                  <a:pt x="72951" y="1977585"/>
                </a:cubicBezTo>
                <a:lnTo>
                  <a:pt x="81842" y="1995367"/>
                </a:lnTo>
                <a:cubicBezTo>
                  <a:pt x="81842" y="1995367"/>
                  <a:pt x="316815" y="2472934"/>
                  <a:pt x="851538" y="2210018"/>
                </a:cubicBezTo>
                <a:lnTo>
                  <a:pt x="4844811" y="240054"/>
                </a:lnTo>
                <a:lnTo>
                  <a:pt x="484481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DCE3DA5-C000-4DAD-8FCD-9A285AB48C83}"/>
              </a:ext>
            </a:extLst>
          </p:cNvPr>
          <p:cNvSpPr/>
          <p:nvPr/>
        </p:nvSpPr>
        <p:spPr>
          <a:xfrm>
            <a:off x="9782306" y="458515"/>
            <a:ext cx="2413238" cy="2578354"/>
          </a:xfrm>
          <a:custGeom>
            <a:avLst/>
            <a:gdLst>
              <a:gd name="connsiteX0" fmla="*/ 2408354 w 2413237"/>
              <a:gd name="connsiteY0" fmla="*/ 12701 h 2578353"/>
              <a:gd name="connsiteX1" fmla="*/ 487924 w 2413237"/>
              <a:gd name="connsiteY1" fmla="*/ 960215 h 2578353"/>
              <a:gd name="connsiteX2" fmla="*/ 113238 w 2413237"/>
              <a:gd name="connsiteY2" fmla="*/ 2062683 h 2578353"/>
              <a:gd name="connsiteX3" fmla="*/ 127209 w 2413237"/>
              <a:gd name="connsiteY3" fmla="*/ 2090626 h 2578353"/>
              <a:gd name="connsiteX4" fmla="*/ 1229678 w 2413237"/>
              <a:gd name="connsiteY4" fmla="*/ 2465313 h 2578353"/>
              <a:gd name="connsiteX5" fmla="*/ 2408354 w 2413237"/>
              <a:gd name="connsiteY5" fmla="*/ 1883595 h 2578353"/>
              <a:gd name="connsiteX6" fmla="*/ 2408354 w 2413237"/>
              <a:gd name="connsiteY6" fmla="*/ 12701 h 257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3">
                <a:moveTo>
                  <a:pt x="2408354" y="12701"/>
                </a:moveTo>
                <a:lnTo>
                  <a:pt x="487924" y="960215"/>
                </a:lnTo>
                <a:cubicBezTo>
                  <a:pt x="487924" y="960215"/>
                  <a:pt x="-250018" y="1324740"/>
                  <a:pt x="113238" y="2062683"/>
                </a:cubicBezTo>
                <a:lnTo>
                  <a:pt x="127209" y="2090626"/>
                </a:lnTo>
                <a:cubicBezTo>
                  <a:pt x="127209" y="2090626"/>
                  <a:pt x="491735" y="2828568"/>
                  <a:pt x="1229678" y="2465313"/>
                </a:cubicBezTo>
                <a:lnTo>
                  <a:pt x="2408354" y="1883595"/>
                </a:lnTo>
                <a:lnTo>
                  <a:pt x="240835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AE88C29-9AC8-4A6D-9141-98B2210C7466}"/>
              </a:ext>
            </a:extLst>
          </p:cNvPr>
          <p:cNvSpPr/>
          <p:nvPr/>
        </p:nvSpPr>
        <p:spPr>
          <a:xfrm>
            <a:off x="-12701" y="2355829"/>
            <a:ext cx="2857781" cy="2298926"/>
          </a:xfrm>
          <a:custGeom>
            <a:avLst/>
            <a:gdLst>
              <a:gd name="connsiteX0" fmla="*/ 2782844 w 2857781"/>
              <a:gd name="connsiteY0" fmla="*/ 306353 h 2298926"/>
              <a:gd name="connsiteX1" fmla="*/ 2013148 w 2857781"/>
              <a:gd name="connsiteY1" fmla="*/ 91702 h 2298926"/>
              <a:gd name="connsiteX2" fmla="*/ 12701 w 2857781"/>
              <a:gd name="connsiteY2" fmla="*/ 1078589 h 2298926"/>
              <a:gd name="connsiteX3" fmla="*/ 12701 w 2857781"/>
              <a:gd name="connsiteY3" fmla="*/ 2289019 h 2298926"/>
              <a:gd name="connsiteX4" fmla="*/ 2491985 w 2857781"/>
              <a:gd name="connsiteY4" fmla="*/ 1065888 h 2298926"/>
              <a:gd name="connsiteX5" fmla="*/ 2790465 w 2857781"/>
              <a:gd name="connsiteY5" fmla="*/ 324135 h 2298926"/>
              <a:gd name="connsiteX6" fmla="*/ 2782844 w 2857781"/>
              <a:gd name="connsiteY6" fmla="*/ 306353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7781" h="2298926">
                <a:moveTo>
                  <a:pt x="2782844" y="306353"/>
                </a:moveTo>
                <a:cubicBezTo>
                  <a:pt x="2782844" y="306353"/>
                  <a:pt x="2547871" y="-171214"/>
                  <a:pt x="2013148" y="91702"/>
                </a:cubicBezTo>
                <a:lnTo>
                  <a:pt x="12701" y="1078589"/>
                </a:lnTo>
                <a:lnTo>
                  <a:pt x="12701" y="2289019"/>
                </a:lnTo>
                <a:lnTo>
                  <a:pt x="2491985" y="1065888"/>
                </a:lnTo>
                <a:cubicBezTo>
                  <a:pt x="2491985" y="1065888"/>
                  <a:pt x="3026708" y="801702"/>
                  <a:pt x="2790465" y="324135"/>
                </a:cubicBezTo>
                <a:lnTo>
                  <a:pt x="2782844" y="306353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8CA5B8-0BAD-4554-87FE-E0910E6CD5C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2CBB0CF-5FCC-4507-BD7B-C02386D2A23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2BB-1ED9-489E-8AC7-2A8D8459E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49863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BIG IMAGE</a:t>
            </a: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78B29DA7-7E72-4576-8F68-91B70D11C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2987" y="5718810"/>
            <a:ext cx="7366026" cy="946532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091E01B-B80B-4194-AC2B-41043EC59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5155439"/>
            <a:ext cx="2667000" cy="139903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BE26926-54A6-49D3-95EA-F31F133A0E3B}"/>
              </a:ext>
            </a:extLst>
          </p:cNvPr>
          <p:cNvSpPr/>
          <p:nvPr/>
        </p:nvSpPr>
        <p:spPr>
          <a:xfrm>
            <a:off x="8826099" y="2044901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3AFCA09-1411-4603-AEED-DBD79C4BE2CA}"/>
              </a:ext>
            </a:extLst>
          </p:cNvPr>
          <p:cNvSpPr/>
          <p:nvPr/>
        </p:nvSpPr>
        <p:spPr>
          <a:xfrm>
            <a:off x="8810222" y="2029025"/>
            <a:ext cx="774776" cy="774776"/>
          </a:xfrm>
          <a:custGeom>
            <a:avLst/>
            <a:gdLst>
              <a:gd name="connsiteX0" fmla="*/ 388023 w 774776"/>
              <a:gd name="connsiteY0" fmla="*/ 766521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0 w 774776"/>
              <a:gd name="connsiteY3" fmla="*/ 388023 h 774776"/>
              <a:gd name="connsiteX4" fmla="*/ 388023 w 774776"/>
              <a:gd name="connsiteY4" fmla="*/ 766521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6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1"/>
                </a:moveTo>
                <a:cubicBezTo>
                  <a:pt x="179722" y="766521"/>
                  <a:pt x="9526" y="596324"/>
                  <a:pt x="9526" y="388023"/>
                </a:cubicBezTo>
                <a:cubicBezTo>
                  <a:pt x="9526" y="179723"/>
                  <a:pt x="179722" y="9526"/>
                  <a:pt x="388023" y="9526"/>
                </a:cubicBezTo>
                <a:cubicBezTo>
                  <a:pt x="596323" y="9526"/>
                  <a:pt x="766520" y="179723"/>
                  <a:pt x="766520" y="388023"/>
                </a:cubicBezTo>
                <a:cubicBezTo>
                  <a:pt x="766520" y="596324"/>
                  <a:pt x="596323" y="766521"/>
                  <a:pt x="388023" y="766521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1" y="729687"/>
                  <a:pt x="728416" y="577272"/>
                  <a:pt x="728416" y="389293"/>
                </a:cubicBezTo>
                <a:cubicBezTo>
                  <a:pt x="728416" y="201315"/>
                  <a:pt x="576001" y="48900"/>
                  <a:pt x="388023" y="4890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4E0103-B430-4F31-B26F-21E197A41135}"/>
              </a:ext>
            </a:extLst>
          </p:cNvPr>
          <p:cNvSpPr/>
          <p:nvPr/>
        </p:nvSpPr>
        <p:spPr>
          <a:xfrm>
            <a:off x="7329938" y="-9526"/>
            <a:ext cx="4864579" cy="2311628"/>
          </a:xfrm>
          <a:custGeom>
            <a:avLst/>
            <a:gdLst>
              <a:gd name="connsiteX0" fmla="*/ 2911080 w 4864578"/>
              <a:gd name="connsiteY0" fmla="*/ 9526 h 2311627"/>
              <a:gd name="connsiteX1" fmla="*/ 2824712 w 4864578"/>
              <a:gd name="connsiteY1" fmla="*/ 9526 h 2311627"/>
              <a:gd name="connsiteX2" fmla="*/ 378451 w 4864578"/>
              <a:gd name="connsiteY2" fmla="*/ 1216145 h 2311627"/>
              <a:gd name="connsiteX3" fmla="*/ 134587 w 4864578"/>
              <a:gd name="connsiteY3" fmla="*/ 1413014 h 2311627"/>
              <a:gd name="connsiteX4" fmla="*/ 71081 w 4864578"/>
              <a:gd name="connsiteY4" fmla="*/ 1983300 h 2311627"/>
              <a:gd name="connsiteX5" fmla="*/ 79972 w 4864578"/>
              <a:gd name="connsiteY5" fmla="*/ 2001082 h 2311627"/>
              <a:gd name="connsiteX6" fmla="*/ 270491 w 4864578"/>
              <a:gd name="connsiteY6" fmla="*/ 2214463 h 2311627"/>
              <a:gd name="connsiteX7" fmla="*/ 561349 w 4864578"/>
              <a:gd name="connsiteY7" fmla="*/ 2304642 h 2311627"/>
              <a:gd name="connsiteX8" fmla="*/ 875070 w 4864578"/>
              <a:gd name="connsiteY8" fmla="*/ 2223354 h 2311627"/>
              <a:gd name="connsiteX9" fmla="*/ 4860722 w 4864578"/>
              <a:gd name="connsiteY9" fmla="*/ 258470 h 2311627"/>
              <a:gd name="connsiteX10" fmla="*/ 4860722 w 4864578"/>
              <a:gd name="connsiteY10" fmla="*/ 216556 h 2311627"/>
              <a:gd name="connsiteX11" fmla="*/ 858558 w 4864578"/>
              <a:gd name="connsiteY11" fmla="*/ 2189061 h 2311627"/>
              <a:gd name="connsiteX12" fmla="*/ 293353 w 4864578"/>
              <a:gd name="connsiteY12" fmla="*/ 2182710 h 2311627"/>
              <a:gd name="connsiteX13" fmla="*/ 114265 w 4864578"/>
              <a:gd name="connsiteY13" fmla="*/ 1983300 h 2311627"/>
              <a:gd name="connsiteX14" fmla="*/ 105374 w 4864578"/>
              <a:gd name="connsiteY14" fmla="*/ 1965519 h 2311627"/>
              <a:gd name="connsiteX15" fmla="*/ 163800 w 4864578"/>
              <a:gd name="connsiteY15" fmla="*/ 1437147 h 2311627"/>
              <a:gd name="connsiteX16" fmla="*/ 396233 w 4864578"/>
              <a:gd name="connsiteY16" fmla="*/ 1249168 h 2311627"/>
              <a:gd name="connsiteX17" fmla="*/ 396233 w 4864578"/>
              <a:gd name="connsiteY17" fmla="*/ 1249168 h 2311627"/>
              <a:gd name="connsiteX18" fmla="*/ 2911080 w 4864578"/>
              <a:gd name="connsiteY18" fmla="*/ 9526 h 231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64578" h="2311627">
                <a:moveTo>
                  <a:pt x="2911080" y="9526"/>
                </a:moveTo>
                <a:lnTo>
                  <a:pt x="2824712" y="9526"/>
                </a:lnTo>
                <a:lnTo>
                  <a:pt x="378451" y="1216145"/>
                </a:lnTo>
                <a:cubicBezTo>
                  <a:pt x="373371" y="1218685"/>
                  <a:pt x="240007" y="1284732"/>
                  <a:pt x="134587" y="1413014"/>
                </a:cubicBezTo>
                <a:cubicBezTo>
                  <a:pt x="35518" y="1532406"/>
                  <a:pt x="-54662" y="1728005"/>
                  <a:pt x="71081" y="1983300"/>
                </a:cubicBezTo>
                <a:lnTo>
                  <a:pt x="79972" y="2001082"/>
                </a:lnTo>
                <a:cubicBezTo>
                  <a:pt x="82512" y="2006163"/>
                  <a:pt x="142208" y="2125554"/>
                  <a:pt x="270491" y="2214463"/>
                </a:cubicBezTo>
                <a:cubicBezTo>
                  <a:pt x="339077" y="2261458"/>
                  <a:pt x="436877" y="2304642"/>
                  <a:pt x="561349" y="2304642"/>
                </a:cubicBezTo>
                <a:cubicBezTo>
                  <a:pt x="651528" y="2304642"/>
                  <a:pt x="755678" y="2283050"/>
                  <a:pt x="875070" y="2223354"/>
                </a:cubicBezTo>
                <a:lnTo>
                  <a:pt x="4860722" y="258470"/>
                </a:lnTo>
                <a:lnTo>
                  <a:pt x="4860722" y="216556"/>
                </a:lnTo>
                <a:lnTo>
                  <a:pt x="858558" y="2189061"/>
                </a:lnTo>
                <a:cubicBezTo>
                  <a:pt x="643907" y="2294481"/>
                  <a:pt x="454659" y="2293211"/>
                  <a:pt x="293353" y="2182710"/>
                </a:cubicBezTo>
                <a:cubicBezTo>
                  <a:pt x="172691" y="2100152"/>
                  <a:pt x="114265" y="1984570"/>
                  <a:pt x="114265" y="1983300"/>
                </a:cubicBezTo>
                <a:lnTo>
                  <a:pt x="105374" y="1965519"/>
                </a:lnTo>
                <a:cubicBezTo>
                  <a:pt x="11385" y="1775000"/>
                  <a:pt x="30437" y="1597182"/>
                  <a:pt x="163800" y="1437147"/>
                </a:cubicBezTo>
                <a:cubicBezTo>
                  <a:pt x="264140" y="1315215"/>
                  <a:pt x="394963" y="1250438"/>
                  <a:pt x="396233" y="1249168"/>
                </a:cubicBezTo>
                <a:lnTo>
                  <a:pt x="396233" y="1249168"/>
                </a:lnTo>
                <a:lnTo>
                  <a:pt x="2911080" y="952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5525C01-736F-4E07-B20A-72ABE0F38C9F}"/>
              </a:ext>
            </a:extLst>
          </p:cNvPr>
          <p:cNvSpPr/>
          <p:nvPr/>
        </p:nvSpPr>
        <p:spPr>
          <a:xfrm>
            <a:off x="9766949" y="442639"/>
            <a:ext cx="2425939" cy="2603756"/>
          </a:xfrm>
          <a:custGeom>
            <a:avLst/>
            <a:gdLst>
              <a:gd name="connsiteX0" fmla="*/ 2423711 w 2425938"/>
              <a:gd name="connsiteY0" fmla="*/ 1877880 h 2603756"/>
              <a:gd name="connsiteX1" fmla="*/ 1236144 w 2425938"/>
              <a:gd name="connsiteY1" fmla="*/ 2463408 h 2603756"/>
              <a:gd name="connsiteX2" fmla="*/ 429615 w 2425938"/>
              <a:gd name="connsiteY2" fmla="*/ 2415143 h 2603756"/>
              <a:gd name="connsiteX3" fmla="*/ 160348 w 2425938"/>
              <a:gd name="connsiteY3" fmla="*/ 2097612 h 2603756"/>
              <a:gd name="connsiteX4" fmla="*/ 146377 w 2425938"/>
              <a:gd name="connsiteY4" fmla="*/ 2069669 h 2603756"/>
              <a:gd name="connsiteX5" fmla="*/ 194642 w 2425938"/>
              <a:gd name="connsiteY5" fmla="*/ 1263139 h 2603756"/>
              <a:gd name="connsiteX6" fmla="*/ 512173 w 2425938"/>
              <a:gd name="connsiteY6" fmla="*/ 993873 h 2603756"/>
              <a:gd name="connsiteX7" fmla="*/ 2423711 w 2425938"/>
              <a:gd name="connsiteY7" fmla="*/ 51440 h 2603756"/>
              <a:gd name="connsiteX8" fmla="*/ 2423711 w 2425938"/>
              <a:gd name="connsiteY8" fmla="*/ 9526 h 2603756"/>
              <a:gd name="connsiteX9" fmla="*/ 494391 w 2425938"/>
              <a:gd name="connsiteY9" fmla="*/ 960850 h 2603756"/>
              <a:gd name="connsiteX10" fmla="*/ 164159 w 2425938"/>
              <a:gd name="connsiteY10" fmla="*/ 1240277 h 2603756"/>
              <a:gd name="connsiteX11" fmla="*/ 112083 w 2425938"/>
              <a:gd name="connsiteY11" fmla="*/ 2088721 h 2603756"/>
              <a:gd name="connsiteX12" fmla="*/ 126055 w 2425938"/>
              <a:gd name="connsiteY12" fmla="*/ 2116664 h 2603756"/>
              <a:gd name="connsiteX13" fmla="*/ 405483 w 2425938"/>
              <a:gd name="connsiteY13" fmla="*/ 2446896 h 2603756"/>
              <a:gd name="connsiteX14" fmla="*/ 851296 w 2425938"/>
              <a:gd name="connsiteY14" fmla="*/ 2601851 h 2603756"/>
              <a:gd name="connsiteX15" fmla="*/ 1252656 w 2425938"/>
              <a:gd name="connsiteY15" fmla="*/ 2498971 h 2603756"/>
              <a:gd name="connsiteX16" fmla="*/ 2422441 w 2425938"/>
              <a:gd name="connsiteY16" fmla="*/ 1922334 h 2603756"/>
              <a:gd name="connsiteX17" fmla="*/ 2422441 w 2425938"/>
              <a:gd name="connsiteY17" fmla="*/ 1877880 h 260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25938" h="2603756">
                <a:moveTo>
                  <a:pt x="2423711" y="1877880"/>
                </a:moveTo>
                <a:lnTo>
                  <a:pt x="1236144" y="2463408"/>
                </a:lnTo>
                <a:cubicBezTo>
                  <a:pt x="937665" y="2610742"/>
                  <a:pt x="665858" y="2594231"/>
                  <a:pt x="429615" y="2415143"/>
                </a:cubicBezTo>
                <a:cubicBezTo>
                  <a:pt x="251797" y="2280510"/>
                  <a:pt x="160348" y="2098882"/>
                  <a:pt x="160348" y="2097612"/>
                </a:cubicBezTo>
                <a:lnTo>
                  <a:pt x="146377" y="2069669"/>
                </a:lnTo>
                <a:cubicBezTo>
                  <a:pt x="-957" y="1771190"/>
                  <a:pt x="15554" y="1499383"/>
                  <a:pt x="194642" y="1263139"/>
                </a:cubicBezTo>
                <a:cubicBezTo>
                  <a:pt x="329275" y="1085322"/>
                  <a:pt x="509632" y="995143"/>
                  <a:pt x="512173" y="993873"/>
                </a:cubicBezTo>
                <a:lnTo>
                  <a:pt x="2423711" y="51440"/>
                </a:lnTo>
                <a:lnTo>
                  <a:pt x="2423711" y="9526"/>
                </a:lnTo>
                <a:lnTo>
                  <a:pt x="494391" y="960850"/>
                </a:lnTo>
                <a:cubicBezTo>
                  <a:pt x="486770" y="964660"/>
                  <a:pt x="303873" y="1056109"/>
                  <a:pt x="164159" y="1240277"/>
                </a:cubicBezTo>
                <a:cubicBezTo>
                  <a:pt x="34606" y="1411744"/>
                  <a:pt x="-80976" y="1697522"/>
                  <a:pt x="112083" y="2088721"/>
                </a:cubicBezTo>
                <a:lnTo>
                  <a:pt x="126055" y="2116664"/>
                </a:lnTo>
                <a:cubicBezTo>
                  <a:pt x="129865" y="2124284"/>
                  <a:pt x="221315" y="2307182"/>
                  <a:pt x="405483" y="2446896"/>
                </a:cubicBezTo>
                <a:cubicBezTo>
                  <a:pt x="510903" y="2526914"/>
                  <a:pt x="660778" y="2601851"/>
                  <a:pt x="851296" y="2601851"/>
                </a:cubicBezTo>
                <a:cubicBezTo>
                  <a:pt x="969418" y="2601851"/>
                  <a:pt x="1104052" y="2572638"/>
                  <a:pt x="1252656" y="2498971"/>
                </a:cubicBezTo>
                <a:lnTo>
                  <a:pt x="2422441" y="1922334"/>
                </a:lnTo>
                <a:lnTo>
                  <a:pt x="2422441" y="187788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9472789-B79C-464F-9D88-E51F8B5062D3}"/>
              </a:ext>
            </a:extLst>
          </p:cNvPr>
          <p:cNvSpPr/>
          <p:nvPr userDrawn="1"/>
        </p:nvSpPr>
        <p:spPr>
          <a:xfrm>
            <a:off x="-9526" y="2340318"/>
            <a:ext cx="2870483" cy="2540250"/>
          </a:xfrm>
          <a:custGeom>
            <a:avLst/>
            <a:gdLst>
              <a:gd name="connsiteX0" fmla="*/ 2481189 w 2870482"/>
              <a:gd name="connsiteY0" fmla="*/ 1064887 h 2540250"/>
              <a:gd name="connsiteX1" fmla="*/ 1678470 w 2870482"/>
              <a:gd name="connsiteY1" fmla="*/ 1461166 h 2540250"/>
              <a:gd name="connsiteX2" fmla="*/ 1406664 w 2870482"/>
              <a:gd name="connsiteY2" fmla="*/ 1448465 h 2540250"/>
              <a:gd name="connsiteX3" fmla="*/ 9526 w 2870482"/>
              <a:gd name="connsiteY3" fmla="*/ 2136873 h 2540250"/>
              <a:gd name="connsiteX4" fmla="*/ 9526 w 2870482"/>
              <a:gd name="connsiteY4" fmla="*/ 2531882 h 2540250"/>
              <a:gd name="connsiteX5" fmla="*/ 1564159 w 2870482"/>
              <a:gd name="connsiteY5" fmla="*/ 1765996 h 2540250"/>
              <a:gd name="connsiteX6" fmla="*/ 1708953 w 2870482"/>
              <a:gd name="connsiteY6" fmla="*/ 1500540 h 2540250"/>
              <a:gd name="connsiteX7" fmla="*/ 1706413 w 2870482"/>
              <a:gd name="connsiteY7" fmla="*/ 1494189 h 2540250"/>
              <a:gd name="connsiteX8" fmla="*/ 1703873 w 2870482"/>
              <a:gd name="connsiteY8" fmla="*/ 1490379 h 2540250"/>
              <a:gd name="connsiteX9" fmla="*/ 2498971 w 2870482"/>
              <a:gd name="connsiteY9" fmla="*/ 1097910 h 2540250"/>
              <a:gd name="connsiteX10" fmla="*/ 2806341 w 2870482"/>
              <a:gd name="connsiteY10" fmla="*/ 330755 h 2540250"/>
              <a:gd name="connsiteX11" fmla="*/ 2797450 w 2870482"/>
              <a:gd name="connsiteY11" fmla="*/ 312973 h 2540250"/>
              <a:gd name="connsiteX12" fmla="*/ 2002352 w 2870482"/>
              <a:gd name="connsiteY12" fmla="*/ 90701 h 2540250"/>
              <a:gd name="connsiteX13" fmla="*/ 9526 w 2870482"/>
              <a:gd name="connsiteY13" fmla="*/ 1073778 h 2540250"/>
              <a:gd name="connsiteX14" fmla="*/ 9526 w 2870482"/>
              <a:gd name="connsiteY14" fmla="*/ 1115692 h 2540250"/>
              <a:gd name="connsiteX15" fmla="*/ 2017594 w 2870482"/>
              <a:gd name="connsiteY15" fmla="*/ 124994 h 2540250"/>
              <a:gd name="connsiteX16" fmla="*/ 2582799 w 2870482"/>
              <a:gd name="connsiteY16" fmla="*/ 131345 h 2540250"/>
              <a:gd name="connsiteX17" fmla="*/ 2761887 w 2870482"/>
              <a:gd name="connsiteY17" fmla="*/ 330755 h 2540250"/>
              <a:gd name="connsiteX18" fmla="*/ 2770778 w 2870482"/>
              <a:gd name="connsiteY18" fmla="*/ 348536 h 2540250"/>
              <a:gd name="connsiteX19" fmla="*/ 2712352 w 2870482"/>
              <a:gd name="connsiteY19" fmla="*/ 876908 h 2540250"/>
              <a:gd name="connsiteX20" fmla="*/ 2481189 w 2870482"/>
              <a:gd name="connsiteY20" fmla="*/ 1064887 h 254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70482" h="2540250">
                <a:moveTo>
                  <a:pt x="2481189" y="1064887"/>
                </a:moveTo>
                <a:lnTo>
                  <a:pt x="1678470" y="1461166"/>
                </a:lnTo>
                <a:cubicBezTo>
                  <a:pt x="1640366" y="1423062"/>
                  <a:pt x="1556538" y="1374797"/>
                  <a:pt x="1406664" y="1448465"/>
                </a:cubicBezTo>
                <a:lnTo>
                  <a:pt x="9526" y="2136873"/>
                </a:lnTo>
                <a:lnTo>
                  <a:pt x="9526" y="2531882"/>
                </a:lnTo>
                <a:lnTo>
                  <a:pt x="1564159" y="1765996"/>
                </a:lnTo>
                <a:cubicBezTo>
                  <a:pt x="1564159" y="1765996"/>
                  <a:pt x="1785161" y="1656765"/>
                  <a:pt x="1708953" y="1500540"/>
                </a:cubicBezTo>
                <a:lnTo>
                  <a:pt x="1706413" y="1494189"/>
                </a:lnTo>
                <a:cubicBezTo>
                  <a:pt x="1706413" y="1494189"/>
                  <a:pt x="1705143" y="1492919"/>
                  <a:pt x="1703873" y="1490379"/>
                </a:cubicBezTo>
                <a:lnTo>
                  <a:pt x="2498971" y="1097910"/>
                </a:lnTo>
                <a:cubicBezTo>
                  <a:pt x="2504051" y="1095370"/>
                  <a:pt x="3047665" y="819753"/>
                  <a:pt x="2806341" y="330755"/>
                </a:cubicBezTo>
                <a:lnTo>
                  <a:pt x="2797450" y="312973"/>
                </a:lnTo>
                <a:cubicBezTo>
                  <a:pt x="2794910" y="307892"/>
                  <a:pt x="2547236" y="-178566"/>
                  <a:pt x="2002352" y="90701"/>
                </a:cubicBezTo>
                <a:lnTo>
                  <a:pt x="9526" y="1073778"/>
                </a:lnTo>
                <a:lnTo>
                  <a:pt x="9526" y="1115692"/>
                </a:lnTo>
                <a:lnTo>
                  <a:pt x="2017594" y="124994"/>
                </a:lnTo>
                <a:cubicBezTo>
                  <a:pt x="2232245" y="19574"/>
                  <a:pt x="2421493" y="20844"/>
                  <a:pt x="2582799" y="131345"/>
                </a:cubicBezTo>
                <a:cubicBezTo>
                  <a:pt x="2703461" y="213903"/>
                  <a:pt x="2761887" y="329484"/>
                  <a:pt x="2761887" y="330755"/>
                </a:cubicBezTo>
                <a:lnTo>
                  <a:pt x="2770778" y="348536"/>
                </a:lnTo>
                <a:cubicBezTo>
                  <a:pt x="2864767" y="539055"/>
                  <a:pt x="2845715" y="716873"/>
                  <a:pt x="2712352" y="876908"/>
                </a:cubicBezTo>
                <a:cubicBezTo>
                  <a:pt x="2613282" y="998840"/>
                  <a:pt x="2482459" y="1063617"/>
                  <a:pt x="2481189" y="10648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698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DD823940-1850-4484-BDCE-3D9B898D6787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6FFA8582-48C8-4154-ACF0-5F6412FAAE0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FBCC61A6-FEB7-4CD2-9686-FB5F1EB66A10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5" y="908050"/>
            <a:ext cx="10369550" cy="46609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8EAB5B0-43C3-4F9F-98FF-253CBE6C9668}"/>
              </a:ext>
            </a:extLst>
          </p:cNvPr>
          <p:cNvSpPr/>
          <p:nvPr/>
        </p:nvSpPr>
        <p:spPr>
          <a:xfrm>
            <a:off x="8807428" y="2003790"/>
            <a:ext cx="775201" cy="774776"/>
          </a:xfrm>
          <a:custGeom>
            <a:avLst/>
            <a:gdLst>
              <a:gd name="connsiteX0" fmla="*/ 388023 w 774776"/>
              <a:gd name="connsiteY0" fmla="*/ 766520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1 w 774776"/>
              <a:gd name="connsiteY3" fmla="*/ 388023 h 774776"/>
              <a:gd name="connsiteX4" fmla="*/ 388023 w 774776"/>
              <a:gd name="connsiteY4" fmla="*/ 766520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7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0"/>
                </a:moveTo>
                <a:cubicBezTo>
                  <a:pt x="179723" y="766520"/>
                  <a:pt x="9526" y="596324"/>
                  <a:pt x="9526" y="388023"/>
                </a:cubicBezTo>
                <a:cubicBezTo>
                  <a:pt x="9526" y="179723"/>
                  <a:pt x="179723" y="9526"/>
                  <a:pt x="388023" y="9526"/>
                </a:cubicBezTo>
                <a:cubicBezTo>
                  <a:pt x="596324" y="9526"/>
                  <a:pt x="766521" y="179723"/>
                  <a:pt x="766521" y="388023"/>
                </a:cubicBezTo>
                <a:cubicBezTo>
                  <a:pt x="766521" y="596324"/>
                  <a:pt x="596324" y="766520"/>
                  <a:pt x="388023" y="766520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2" y="729687"/>
                  <a:pt x="728417" y="577272"/>
                  <a:pt x="728417" y="389293"/>
                </a:cubicBezTo>
                <a:cubicBezTo>
                  <a:pt x="728417" y="201315"/>
                  <a:pt x="576002" y="48900"/>
                  <a:pt x="388023" y="489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A97B71-3A84-4844-BDB5-E3F77302BBC0}"/>
              </a:ext>
            </a:extLst>
          </p:cNvPr>
          <p:cNvSpPr/>
          <p:nvPr userDrawn="1"/>
        </p:nvSpPr>
        <p:spPr>
          <a:xfrm>
            <a:off x="9780046" y="430740"/>
            <a:ext cx="2414562" cy="2578354"/>
          </a:xfrm>
          <a:custGeom>
            <a:avLst/>
            <a:gdLst>
              <a:gd name="connsiteX0" fmla="*/ 2412164 w 2413237"/>
              <a:gd name="connsiteY0" fmla="*/ 12701 h 2578354"/>
              <a:gd name="connsiteX1" fmla="*/ 487924 w 2413237"/>
              <a:gd name="connsiteY1" fmla="*/ 962755 h 2578354"/>
              <a:gd name="connsiteX2" fmla="*/ 113238 w 2413237"/>
              <a:gd name="connsiteY2" fmla="*/ 2065224 h 2578354"/>
              <a:gd name="connsiteX3" fmla="*/ 127209 w 2413237"/>
              <a:gd name="connsiteY3" fmla="*/ 2093166 h 2578354"/>
              <a:gd name="connsiteX4" fmla="*/ 1229678 w 2413237"/>
              <a:gd name="connsiteY4" fmla="*/ 2467853 h 2578354"/>
              <a:gd name="connsiteX5" fmla="*/ 2412164 w 2413237"/>
              <a:gd name="connsiteY5" fmla="*/ 1884866 h 2578354"/>
              <a:gd name="connsiteX6" fmla="*/ 2412164 w 2413237"/>
              <a:gd name="connsiteY6" fmla="*/ 12701 h 257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4">
                <a:moveTo>
                  <a:pt x="2412164" y="12701"/>
                </a:moveTo>
                <a:lnTo>
                  <a:pt x="487924" y="962755"/>
                </a:lnTo>
                <a:cubicBezTo>
                  <a:pt x="487924" y="962755"/>
                  <a:pt x="-250018" y="1327281"/>
                  <a:pt x="113238" y="2065224"/>
                </a:cubicBezTo>
                <a:lnTo>
                  <a:pt x="127209" y="2093166"/>
                </a:lnTo>
                <a:cubicBezTo>
                  <a:pt x="127209" y="2093166"/>
                  <a:pt x="491735" y="2831109"/>
                  <a:pt x="1229678" y="2467853"/>
                </a:cubicBezTo>
                <a:lnTo>
                  <a:pt x="2412164" y="1884866"/>
                </a:lnTo>
                <a:lnTo>
                  <a:pt x="241216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0939C4-65C9-4508-8EFE-F715B9946844}"/>
              </a:ext>
            </a:extLst>
          </p:cNvPr>
          <p:cNvSpPr/>
          <p:nvPr/>
        </p:nvSpPr>
        <p:spPr>
          <a:xfrm>
            <a:off x="9762774" y="410418"/>
            <a:ext cx="2439977" cy="2616458"/>
          </a:xfrm>
          <a:custGeom>
            <a:avLst/>
            <a:gdLst>
              <a:gd name="connsiteX0" fmla="*/ 2429427 w 2438640"/>
              <a:gd name="connsiteY0" fmla="*/ 1882326 h 2616457"/>
              <a:gd name="connsiteX1" fmla="*/ 1238050 w 2438640"/>
              <a:gd name="connsiteY1" fmla="*/ 2469123 h 2616457"/>
              <a:gd name="connsiteX2" fmla="*/ 431520 w 2438640"/>
              <a:gd name="connsiteY2" fmla="*/ 2420859 h 2616457"/>
              <a:gd name="connsiteX3" fmla="*/ 162253 w 2438640"/>
              <a:gd name="connsiteY3" fmla="*/ 2103327 h 2616457"/>
              <a:gd name="connsiteX4" fmla="*/ 148282 w 2438640"/>
              <a:gd name="connsiteY4" fmla="*/ 2075385 h 2616457"/>
              <a:gd name="connsiteX5" fmla="*/ 196547 w 2438640"/>
              <a:gd name="connsiteY5" fmla="*/ 1268855 h 2616457"/>
              <a:gd name="connsiteX6" fmla="*/ 514078 w 2438640"/>
              <a:gd name="connsiteY6" fmla="*/ 999589 h 2616457"/>
              <a:gd name="connsiteX7" fmla="*/ 2430697 w 2438640"/>
              <a:gd name="connsiteY7" fmla="*/ 54615 h 2616457"/>
              <a:gd name="connsiteX8" fmla="*/ 2430697 w 2438640"/>
              <a:gd name="connsiteY8" fmla="*/ 12701 h 2616457"/>
              <a:gd name="connsiteX9" fmla="*/ 497567 w 2438640"/>
              <a:gd name="connsiteY9" fmla="*/ 965295 h 2616457"/>
              <a:gd name="connsiteX10" fmla="*/ 167334 w 2438640"/>
              <a:gd name="connsiteY10" fmla="*/ 1244723 h 2616457"/>
              <a:gd name="connsiteX11" fmla="*/ 115259 w 2438640"/>
              <a:gd name="connsiteY11" fmla="*/ 2093166 h 2616457"/>
              <a:gd name="connsiteX12" fmla="*/ 129231 w 2438640"/>
              <a:gd name="connsiteY12" fmla="*/ 2121109 h 2616457"/>
              <a:gd name="connsiteX13" fmla="*/ 408658 w 2438640"/>
              <a:gd name="connsiteY13" fmla="*/ 2451342 h 2616457"/>
              <a:gd name="connsiteX14" fmla="*/ 854472 w 2438640"/>
              <a:gd name="connsiteY14" fmla="*/ 2606297 h 2616457"/>
              <a:gd name="connsiteX15" fmla="*/ 1255831 w 2438640"/>
              <a:gd name="connsiteY15" fmla="*/ 2503417 h 2616457"/>
              <a:gd name="connsiteX16" fmla="*/ 2429427 w 2438640"/>
              <a:gd name="connsiteY16" fmla="*/ 1924240 h 2616457"/>
              <a:gd name="connsiteX17" fmla="*/ 2429427 w 2438640"/>
              <a:gd name="connsiteY17" fmla="*/ 1882326 h 261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38640" h="2616457">
                <a:moveTo>
                  <a:pt x="2429427" y="1882326"/>
                </a:moveTo>
                <a:lnTo>
                  <a:pt x="1238050" y="2469123"/>
                </a:lnTo>
                <a:cubicBezTo>
                  <a:pt x="939570" y="2616458"/>
                  <a:pt x="667763" y="2599946"/>
                  <a:pt x="431520" y="2420859"/>
                </a:cubicBezTo>
                <a:cubicBezTo>
                  <a:pt x="253703" y="2286225"/>
                  <a:pt x="162253" y="2104598"/>
                  <a:pt x="162253" y="2103327"/>
                </a:cubicBezTo>
                <a:lnTo>
                  <a:pt x="148282" y="2075385"/>
                </a:lnTo>
                <a:cubicBezTo>
                  <a:pt x="947" y="1776905"/>
                  <a:pt x="17459" y="1505098"/>
                  <a:pt x="196547" y="1268855"/>
                </a:cubicBezTo>
                <a:cubicBezTo>
                  <a:pt x="331180" y="1091038"/>
                  <a:pt x="511538" y="1000859"/>
                  <a:pt x="514078" y="999589"/>
                </a:cubicBezTo>
                <a:lnTo>
                  <a:pt x="2430697" y="54615"/>
                </a:lnTo>
                <a:lnTo>
                  <a:pt x="2430697" y="12701"/>
                </a:lnTo>
                <a:lnTo>
                  <a:pt x="497567" y="965295"/>
                </a:lnTo>
                <a:cubicBezTo>
                  <a:pt x="489946" y="969106"/>
                  <a:pt x="307048" y="1060555"/>
                  <a:pt x="167334" y="1244723"/>
                </a:cubicBezTo>
                <a:cubicBezTo>
                  <a:pt x="37781" y="1416190"/>
                  <a:pt x="-77800" y="1701968"/>
                  <a:pt x="115259" y="2093166"/>
                </a:cubicBezTo>
                <a:lnTo>
                  <a:pt x="129231" y="2121109"/>
                </a:lnTo>
                <a:cubicBezTo>
                  <a:pt x="133041" y="2128730"/>
                  <a:pt x="224490" y="2311628"/>
                  <a:pt x="408658" y="2451342"/>
                </a:cubicBezTo>
                <a:cubicBezTo>
                  <a:pt x="514078" y="2531359"/>
                  <a:pt x="663953" y="2606297"/>
                  <a:pt x="854472" y="2606297"/>
                </a:cubicBezTo>
                <a:cubicBezTo>
                  <a:pt x="972593" y="2606297"/>
                  <a:pt x="1107227" y="2577084"/>
                  <a:pt x="1255831" y="2503417"/>
                </a:cubicBezTo>
                <a:lnTo>
                  <a:pt x="2429427" y="1924240"/>
                </a:lnTo>
                <a:lnTo>
                  <a:pt x="2429427" y="1882326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59BB951-621D-4456-A832-116187764B2E}"/>
              </a:ext>
            </a:extLst>
          </p:cNvPr>
          <p:cNvSpPr/>
          <p:nvPr userDrawn="1"/>
        </p:nvSpPr>
        <p:spPr>
          <a:xfrm>
            <a:off x="7340981" y="-16344"/>
            <a:ext cx="4854539" cy="2273524"/>
          </a:xfrm>
          <a:custGeom>
            <a:avLst/>
            <a:gdLst>
              <a:gd name="connsiteX0" fmla="*/ 4849891 w 4851877"/>
              <a:gd name="connsiteY0" fmla="*/ 12701 h 2273523"/>
              <a:gd name="connsiteX1" fmla="*/ 2808800 w 4851877"/>
              <a:gd name="connsiteY1" fmla="*/ 12701 h 2273523"/>
              <a:gd name="connsiteX2" fmla="*/ 371430 w 4851877"/>
              <a:gd name="connsiteY2" fmla="*/ 1214240 h 2273523"/>
              <a:gd name="connsiteX3" fmla="*/ 72951 w 4851877"/>
              <a:gd name="connsiteY3" fmla="*/ 1955993 h 2273523"/>
              <a:gd name="connsiteX4" fmla="*/ 81841 w 4851877"/>
              <a:gd name="connsiteY4" fmla="*/ 1973774 h 2273523"/>
              <a:gd name="connsiteX5" fmla="*/ 851538 w 4851877"/>
              <a:gd name="connsiteY5" fmla="*/ 2188426 h 2273523"/>
              <a:gd name="connsiteX6" fmla="*/ 4849891 w 4851877"/>
              <a:gd name="connsiteY6" fmla="*/ 217191 h 2273523"/>
              <a:gd name="connsiteX7" fmla="*/ 4849891 w 4851877"/>
              <a:gd name="connsiteY7" fmla="*/ 12701 h 227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73523">
                <a:moveTo>
                  <a:pt x="4849891" y="12701"/>
                </a:moveTo>
                <a:lnTo>
                  <a:pt x="2808800" y="12701"/>
                </a:lnTo>
                <a:lnTo>
                  <a:pt x="371430" y="1214240"/>
                </a:lnTo>
                <a:cubicBezTo>
                  <a:pt x="371430" y="1214240"/>
                  <a:pt x="-163293" y="1478426"/>
                  <a:pt x="72951" y="1955993"/>
                </a:cubicBezTo>
                <a:lnTo>
                  <a:pt x="81841" y="1973774"/>
                </a:lnTo>
                <a:cubicBezTo>
                  <a:pt x="81841" y="1973774"/>
                  <a:pt x="316814" y="2451342"/>
                  <a:pt x="851538" y="2188426"/>
                </a:cubicBezTo>
                <a:lnTo>
                  <a:pt x="4849891" y="217191"/>
                </a:lnTo>
                <a:lnTo>
                  <a:pt x="484989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8008CE-2F0A-4568-9C4A-C347A4880513}"/>
              </a:ext>
            </a:extLst>
          </p:cNvPr>
          <p:cNvSpPr/>
          <p:nvPr userDrawn="1"/>
        </p:nvSpPr>
        <p:spPr>
          <a:xfrm>
            <a:off x="7327556" y="-16344"/>
            <a:ext cx="4867247" cy="2298926"/>
          </a:xfrm>
          <a:custGeom>
            <a:avLst/>
            <a:gdLst>
              <a:gd name="connsiteX0" fmla="*/ 4863309 w 4864578"/>
              <a:gd name="connsiteY0" fmla="*/ 195599 h 2298926"/>
              <a:gd name="connsiteX1" fmla="*/ 857334 w 4864578"/>
              <a:gd name="connsiteY1" fmla="*/ 2170644 h 2298926"/>
              <a:gd name="connsiteX2" fmla="*/ 292129 w 4864578"/>
              <a:gd name="connsiteY2" fmla="*/ 2164293 h 2298926"/>
              <a:gd name="connsiteX3" fmla="*/ 113041 w 4864578"/>
              <a:gd name="connsiteY3" fmla="*/ 1964884 h 2298926"/>
              <a:gd name="connsiteX4" fmla="*/ 104150 w 4864578"/>
              <a:gd name="connsiteY4" fmla="*/ 1947102 h 2298926"/>
              <a:gd name="connsiteX5" fmla="*/ 162577 w 4864578"/>
              <a:gd name="connsiteY5" fmla="*/ 1418730 h 2298926"/>
              <a:gd name="connsiteX6" fmla="*/ 395009 w 4864578"/>
              <a:gd name="connsiteY6" fmla="*/ 1230751 h 2298926"/>
              <a:gd name="connsiteX7" fmla="*/ 395009 w 4864578"/>
              <a:gd name="connsiteY7" fmla="*/ 1230751 h 2298926"/>
              <a:gd name="connsiteX8" fmla="*/ 2865403 w 4864578"/>
              <a:gd name="connsiteY8" fmla="*/ 12701 h 2298926"/>
              <a:gd name="connsiteX9" fmla="*/ 2779034 w 4864578"/>
              <a:gd name="connsiteY9" fmla="*/ 12701 h 2298926"/>
              <a:gd name="connsiteX10" fmla="*/ 377227 w 4864578"/>
              <a:gd name="connsiteY10" fmla="*/ 1197728 h 2298926"/>
              <a:gd name="connsiteX11" fmla="*/ 133363 w 4864578"/>
              <a:gd name="connsiteY11" fmla="*/ 1394597 h 2298926"/>
              <a:gd name="connsiteX12" fmla="*/ 12701 w 4864578"/>
              <a:gd name="connsiteY12" fmla="*/ 1660054 h 2298926"/>
              <a:gd name="connsiteX13" fmla="*/ 12701 w 4864578"/>
              <a:gd name="connsiteY13" fmla="*/ 1780715 h 2298926"/>
              <a:gd name="connsiteX14" fmla="*/ 69857 w 4864578"/>
              <a:gd name="connsiteY14" fmla="*/ 1964884 h 2298926"/>
              <a:gd name="connsiteX15" fmla="*/ 78748 w 4864578"/>
              <a:gd name="connsiteY15" fmla="*/ 1982665 h 2298926"/>
              <a:gd name="connsiteX16" fmla="*/ 269267 w 4864578"/>
              <a:gd name="connsiteY16" fmla="*/ 2196046 h 2298926"/>
              <a:gd name="connsiteX17" fmla="*/ 560126 w 4864578"/>
              <a:gd name="connsiteY17" fmla="*/ 2286225 h 2298926"/>
              <a:gd name="connsiteX18" fmla="*/ 873847 w 4864578"/>
              <a:gd name="connsiteY18" fmla="*/ 2204937 h 2298926"/>
              <a:gd name="connsiteX19" fmla="*/ 4863309 w 4864578"/>
              <a:gd name="connsiteY19" fmla="*/ 237513 h 2298926"/>
              <a:gd name="connsiteX20" fmla="*/ 4863309 w 4864578"/>
              <a:gd name="connsiteY20" fmla="*/ 195599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64578" h="2298926">
                <a:moveTo>
                  <a:pt x="4863309" y="195599"/>
                </a:moveTo>
                <a:lnTo>
                  <a:pt x="857334" y="2170644"/>
                </a:lnTo>
                <a:cubicBezTo>
                  <a:pt x="642684" y="2276064"/>
                  <a:pt x="453435" y="2274794"/>
                  <a:pt x="292129" y="2164293"/>
                </a:cubicBezTo>
                <a:cubicBezTo>
                  <a:pt x="171467" y="2081735"/>
                  <a:pt x="113041" y="1966154"/>
                  <a:pt x="113041" y="1964884"/>
                </a:cubicBezTo>
                <a:lnTo>
                  <a:pt x="104150" y="1947102"/>
                </a:lnTo>
                <a:cubicBezTo>
                  <a:pt x="10162" y="1756583"/>
                  <a:pt x="29213" y="1578766"/>
                  <a:pt x="162577" y="1418730"/>
                </a:cubicBezTo>
                <a:cubicBezTo>
                  <a:pt x="262916" y="1296798"/>
                  <a:pt x="393739" y="1232021"/>
                  <a:pt x="395009" y="1230751"/>
                </a:cubicBezTo>
                <a:lnTo>
                  <a:pt x="395009" y="1230751"/>
                </a:lnTo>
                <a:lnTo>
                  <a:pt x="2865403" y="12701"/>
                </a:lnTo>
                <a:lnTo>
                  <a:pt x="2779034" y="12701"/>
                </a:lnTo>
                <a:lnTo>
                  <a:pt x="377227" y="1197728"/>
                </a:lnTo>
                <a:cubicBezTo>
                  <a:pt x="372147" y="1200268"/>
                  <a:pt x="238784" y="1266315"/>
                  <a:pt x="133363" y="1394597"/>
                </a:cubicBezTo>
                <a:cubicBezTo>
                  <a:pt x="78748" y="1460644"/>
                  <a:pt x="26673" y="1549553"/>
                  <a:pt x="12701" y="1660054"/>
                </a:cubicBezTo>
                <a:lnTo>
                  <a:pt x="12701" y="1780715"/>
                </a:lnTo>
                <a:cubicBezTo>
                  <a:pt x="20322" y="1837871"/>
                  <a:pt x="38104" y="1900107"/>
                  <a:pt x="69857" y="1964884"/>
                </a:cubicBezTo>
                <a:lnTo>
                  <a:pt x="78748" y="1982665"/>
                </a:lnTo>
                <a:cubicBezTo>
                  <a:pt x="81288" y="1987746"/>
                  <a:pt x="140984" y="2107138"/>
                  <a:pt x="269267" y="2196046"/>
                </a:cubicBezTo>
                <a:cubicBezTo>
                  <a:pt x="337854" y="2243041"/>
                  <a:pt x="435654" y="2286225"/>
                  <a:pt x="560126" y="2286225"/>
                </a:cubicBezTo>
                <a:cubicBezTo>
                  <a:pt x="650304" y="2286225"/>
                  <a:pt x="754455" y="2264633"/>
                  <a:pt x="873847" y="2204937"/>
                </a:cubicBezTo>
                <a:lnTo>
                  <a:pt x="4863309" y="237513"/>
                </a:lnTo>
                <a:lnTo>
                  <a:pt x="4863309" y="19559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986" y="5707145"/>
            <a:ext cx="7366027" cy="853993"/>
          </a:xfrm>
        </p:spPr>
        <p:txBody>
          <a:bodyPr anchor="t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3A17C7-5A8B-4D9D-AC8A-2486018F3FB8}"/>
              </a:ext>
            </a:extLst>
          </p:cNvPr>
          <p:cNvGrpSpPr/>
          <p:nvPr userDrawn="1"/>
        </p:nvGrpSpPr>
        <p:grpSpPr>
          <a:xfrm>
            <a:off x="-18799" y="2319272"/>
            <a:ext cx="2884236" cy="2824836"/>
            <a:chOff x="-18799" y="2319272"/>
            <a:chExt cx="2884236" cy="282483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42001FF-B76E-4445-BDE5-6BFAD41EBBD4}"/>
                </a:ext>
              </a:extLst>
            </p:cNvPr>
            <p:cNvSpPr/>
            <p:nvPr/>
          </p:nvSpPr>
          <p:spPr>
            <a:xfrm>
              <a:off x="-18799" y="2336694"/>
              <a:ext cx="2871530" cy="2299765"/>
            </a:xfrm>
            <a:custGeom>
              <a:avLst/>
              <a:gdLst>
                <a:gd name="connsiteX0" fmla="*/ 2796565 w 2871529"/>
                <a:gd name="connsiteY0" fmla="*/ 306465 h 2299764"/>
                <a:gd name="connsiteX1" fmla="*/ 2026589 w 2871529"/>
                <a:gd name="connsiteY1" fmla="*/ 91735 h 2299764"/>
                <a:gd name="connsiteX2" fmla="*/ 12706 w 2871529"/>
                <a:gd name="connsiteY2" fmla="*/ 1085336 h 2299764"/>
                <a:gd name="connsiteX3" fmla="*/ 12706 w 2871529"/>
                <a:gd name="connsiteY3" fmla="*/ 2296206 h 2299764"/>
                <a:gd name="connsiteX4" fmla="*/ 2506871 w 2871529"/>
                <a:gd name="connsiteY4" fmla="*/ 1066277 h 2299764"/>
                <a:gd name="connsiteX5" fmla="*/ 2805459 w 2871529"/>
                <a:gd name="connsiteY5" fmla="*/ 324253 h 2299764"/>
                <a:gd name="connsiteX6" fmla="*/ 2796565 w 2871529"/>
                <a:gd name="connsiteY6" fmla="*/ 306465 h 229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1529" h="2299764">
                  <a:moveTo>
                    <a:pt x="2796565" y="306465"/>
                  </a:moveTo>
                  <a:cubicBezTo>
                    <a:pt x="2796565" y="306465"/>
                    <a:pt x="2561507" y="-171276"/>
                    <a:pt x="2026589" y="91735"/>
                  </a:cubicBezTo>
                  <a:lnTo>
                    <a:pt x="12706" y="1085336"/>
                  </a:lnTo>
                  <a:lnTo>
                    <a:pt x="12706" y="2296206"/>
                  </a:lnTo>
                  <a:lnTo>
                    <a:pt x="2506871" y="1066277"/>
                  </a:lnTo>
                  <a:cubicBezTo>
                    <a:pt x="2506871" y="1066277"/>
                    <a:pt x="3041789" y="801994"/>
                    <a:pt x="2805459" y="324253"/>
                  </a:cubicBezTo>
                  <a:lnTo>
                    <a:pt x="2796565" y="306465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5EB89C3-8B52-4763-9DB2-C51CC8AF377C}"/>
                </a:ext>
              </a:extLst>
            </p:cNvPr>
            <p:cNvSpPr/>
            <p:nvPr/>
          </p:nvSpPr>
          <p:spPr>
            <a:xfrm>
              <a:off x="-18799" y="2319272"/>
              <a:ext cx="2884236" cy="2337882"/>
            </a:xfrm>
            <a:custGeom>
              <a:avLst/>
              <a:gdLst>
                <a:gd name="connsiteX0" fmla="*/ 2871530 w 2884235"/>
                <a:gd name="connsiteY0" fmla="*/ 466193 h 2337882"/>
                <a:gd name="connsiteX1" fmla="*/ 2823248 w 2884235"/>
                <a:gd name="connsiteY1" fmla="*/ 334052 h 2337882"/>
                <a:gd name="connsiteX2" fmla="*/ 2814354 w 2884235"/>
                <a:gd name="connsiteY2" fmla="*/ 316263 h 2337882"/>
                <a:gd name="connsiteX3" fmla="*/ 2018965 w 2884235"/>
                <a:gd name="connsiteY3" fmla="*/ 93910 h 2337882"/>
                <a:gd name="connsiteX4" fmla="*/ 12706 w 2884235"/>
                <a:gd name="connsiteY4" fmla="*/ 1081158 h 2337882"/>
                <a:gd name="connsiteX5" fmla="*/ 12706 w 2884235"/>
                <a:gd name="connsiteY5" fmla="*/ 1123087 h 2337882"/>
                <a:gd name="connsiteX6" fmla="*/ 2035483 w 2884235"/>
                <a:gd name="connsiteY6" fmla="*/ 126946 h 2337882"/>
                <a:gd name="connsiteX7" fmla="*/ 2600895 w 2884235"/>
                <a:gd name="connsiteY7" fmla="*/ 133299 h 2337882"/>
                <a:gd name="connsiteX8" fmla="*/ 2780048 w 2884235"/>
                <a:gd name="connsiteY8" fmla="*/ 332781 h 2337882"/>
                <a:gd name="connsiteX9" fmla="*/ 2788942 w 2884235"/>
                <a:gd name="connsiteY9" fmla="*/ 350569 h 2337882"/>
                <a:gd name="connsiteX10" fmla="*/ 2730495 w 2884235"/>
                <a:gd name="connsiteY10" fmla="*/ 879134 h 2337882"/>
                <a:gd name="connsiteX11" fmla="*/ 2497977 w 2884235"/>
                <a:gd name="connsiteY11" fmla="*/ 1065911 h 2337882"/>
                <a:gd name="connsiteX12" fmla="*/ 12706 w 2884235"/>
                <a:gd name="connsiteY12" fmla="*/ 2292028 h 2337882"/>
                <a:gd name="connsiteX13" fmla="*/ 12706 w 2884235"/>
                <a:gd name="connsiteY13" fmla="*/ 2333958 h 2337882"/>
                <a:gd name="connsiteX14" fmla="*/ 2515765 w 2884235"/>
                <a:gd name="connsiteY14" fmla="*/ 1100216 h 2337882"/>
                <a:gd name="connsiteX15" fmla="*/ 2871530 w 2884235"/>
                <a:gd name="connsiteY15" fmla="*/ 687275 h 2337882"/>
                <a:gd name="connsiteX16" fmla="*/ 2871530 w 2884235"/>
                <a:gd name="connsiteY16" fmla="*/ 466193 h 233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4235" h="2337882">
                  <a:moveTo>
                    <a:pt x="2871530" y="466193"/>
                  </a:moveTo>
                  <a:cubicBezTo>
                    <a:pt x="2861365" y="424263"/>
                    <a:pt x="2846118" y="379793"/>
                    <a:pt x="2823248" y="334052"/>
                  </a:cubicBezTo>
                  <a:lnTo>
                    <a:pt x="2814354" y="316263"/>
                  </a:lnTo>
                  <a:cubicBezTo>
                    <a:pt x="2811812" y="311181"/>
                    <a:pt x="2564048" y="-175454"/>
                    <a:pt x="2018965" y="93910"/>
                  </a:cubicBezTo>
                  <a:lnTo>
                    <a:pt x="12706" y="1081158"/>
                  </a:lnTo>
                  <a:lnTo>
                    <a:pt x="12706" y="1123087"/>
                  </a:lnTo>
                  <a:lnTo>
                    <a:pt x="2035483" y="126946"/>
                  </a:lnTo>
                  <a:cubicBezTo>
                    <a:pt x="2250212" y="21487"/>
                    <a:pt x="2439530" y="22758"/>
                    <a:pt x="2600895" y="133299"/>
                  </a:cubicBezTo>
                  <a:cubicBezTo>
                    <a:pt x="2721601" y="215887"/>
                    <a:pt x="2780048" y="331511"/>
                    <a:pt x="2780048" y="332781"/>
                  </a:cubicBezTo>
                  <a:lnTo>
                    <a:pt x="2788942" y="350569"/>
                  </a:lnTo>
                  <a:cubicBezTo>
                    <a:pt x="2882965" y="541158"/>
                    <a:pt x="2863906" y="719040"/>
                    <a:pt x="2730495" y="879134"/>
                  </a:cubicBezTo>
                  <a:cubicBezTo>
                    <a:pt x="2630118" y="999840"/>
                    <a:pt x="2500518" y="1065911"/>
                    <a:pt x="2497977" y="1065911"/>
                  </a:cubicBezTo>
                  <a:lnTo>
                    <a:pt x="12706" y="2292028"/>
                  </a:lnTo>
                  <a:lnTo>
                    <a:pt x="12706" y="2333958"/>
                  </a:lnTo>
                  <a:lnTo>
                    <a:pt x="2515765" y="1100216"/>
                  </a:lnTo>
                  <a:cubicBezTo>
                    <a:pt x="2519577" y="1097675"/>
                    <a:pt x="2806730" y="952828"/>
                    <a:pt x="2871530" y="687275"/>
                  </a:cubicBezTo>
                  <a:lnTo>
                    <a:pt x="2871530" y="46619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F230BC5-B028-4266-A395-BFB56DFDC484}"/>
                </a:ext>
              </a:extLst>
            </p:cNvPr>
            <p:cNvSpPr/>
            <p:nvPr/>
          </p:nvSpPr>
          <p:spPr>
            <a:xfrm>
              <a:off x="-18799" y="3968979"/>
              <a:ext cx="1766118" cy="1156235"/>
            </a:xfrm>
            <a:custGeom>
              <a:avLst/>
              <a:gdLst>
                <a:gd name="connsiteX0" fmla="*/ 1735624 w 1766117"/>
                <a:gd name="connsiteY0" fmla="*/ 98509 h 1156235"/>
                <a:gd name="connsiteX1" fmla="*/ 1437036 w 1766117"/>
                <a:gd name="connsiteY1" fmla="*/ 51497 h 1156235"/>
                <a:gd name="connsiteX2" fmla="*/ 12706 w 1766117"/>
                <a:gd name="connsiteY2" fmla="*/ 754133 h 1156235"/>
                <a:gd name="connsiteX3" fmla="*/ 12706 w 1766117"/>
                <a:gd name="connsiteY3" fmla="*/ 1149286 h 1156235"/>
                <a:gd name="connsiteX4" fmla="*/ 1594589 w 1766117"/>
                <a:gd name="connsiteY4" fmla="*/ 369144 h 1156235"/>
                <a:gd name="connsiteX5" fmla="*/ 1739436 w 1766117"/>
                <a:gd name="connsiteY5" fmla="*/ 103592 h 1156235"/>
                <a:gd name="connsiteX6" fmla="*/ 1735624 w 1766117"/>
                <a:gd name="connsiteY6" fmla="*/ 98509 h 115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6117" h="1156235">
                  <a:moveTo>
                    <a:pt x="1735624" y="98509"/>
                  </a:moveTo>
                  <a:cubicBezTo>
                    <a:pt x="1735624" y="98509"/>
                    <a:pt x="1658118" y="-57773"/>
                    <a:pt x="1437036" y="51497"/>
                  </a:cubicBezTo>
                  <a:lnTo>
                    <a:pt x="12706" y="754133"/>
                  </a:lnTo>
                  <a:lnTo>
                    <a:pt x="12706" y="1149286"/>
                  </a:lnTo>
                  <a:lnTo>
                    <a:pt x="1594589" y="369144"/>
                  </a:lnTo>
                  <a:cubicBezTo>
                    <a:pt x="1594589" y="369144"/>
                    <a:pt x="1815671" y="259874"/>
                    <a:pt x="1739436" y="103592"/>
                  </a:cubicBezTo>
                  <a:lnTo>
                    <a:pt x="1735624" y="98509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A52C234-DC7D-488B-8975-61485991A4A8}"/>
                </a:ext>
              </a:extLst>
            </p:cNvPr>
            <p:cNvSpPr/>
            <p:nvPr/>
          </p:nvSpPr>
          <p:spPr>
            <a:xfrm>
              <a:off x="-18799" y="3949755"/>
              <a:ext cx="1778824" cy="1194353"/>
            </a:xfrm>
            <a:custGeom>
              <a:avLst/>
              <a:gdLst>
                <a:gd name="connsiteX0" fmla="*/ 1753412 w 1778823"/>
                <a:gd name="connsiteY0" fmla="*/ 108839 h 1194352"/>
                <a:gd name="connsiteX1" fmla="*/ 1429412 w 1778823"/>
                <a:gd name="connsiteY1" fmla="*/ 52933 h 1194352"/>
                <a:gd name="connsiteX2" fmla="*/ 12706 w 1778823"/>
                <a:gd name="connsiteY2" fmla="*/ 751757 h 1194352"/>
                <a:gd name="connsiteX3" fmla="*/ 12706 w 1778823"/>
                <a:gd name="connsiteY3" fmla="*/ 793686 h 1194352"/>
                <a:gd name="connsiteX4" fmla="*/ 1445930 w 1778823"/>
                <a:gd name="connsiteY4" fmla="*/ 87239 h 1194352"/>
                <a:gd name="connsiteX5" fmla="*/ 1719106 w 1778823"/>
                <a:gd name="connsiteY5" fmla="*/ 125357 h 1194352"/>
                <a:gd name="connsiteX6" fmla="*/ 1721647 w 1778823"/>
                <a:gd name="connsiteY6" fmla="*/ 131710 h 1194352"/>
                <a:gd name="connsiteX7" fmla="*/ 1585694 w 1778823"/>
                <a:gd name="connsiteY7" fmla="*/ 371851 h 1194352"/>
                <a:gd name="connsiteX8" fmla="*/ 12706 w 1778823"/>
                <a:gd name="connsiteY8" fmla="*/ 1146910 h 1194352"/>
                <a:gd name="connsiteX9" fmla="*/ 12706 w 1778823"/>
                <a:gd name="connsiteY9" fmla="*/ 1188839 h 1194352"/>
                <a:gd name="connsiteX10" fmla="*/ 1603483 w 1778823"/>
                <a:gd name="connsiteY10" fmla="*/ 404886 h 1194352"/>
                <a:gd name="connsiteX11" fmla="*/ 1755953 w 1778823"/>
                <a:gd name="connsiteY11" fmla="*/ 113921 h 1194352"/>
                <a:gd name="connsiteX12" fmla="*/ 1753412 w 1778823"/>
                <a:gd name="connsiteY12" fmla="*/ 108839 h 119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8823" h="1194352">
                  <a:moveTo>
                    <a:pt x="1753412" y="108839"/>
                  </a:moveTo>
                  <a:cubicBezTo>
                    <a:pt x="1752141" y="107569"/>
                    <a:pt x="1665742" y="-62690"/>
                    <a:pt x="1429412" y="52933"/>
                  </a:cubicBezTo>
                  <a:lnTo>
                    <a:pt x="12706" y="751757"/>
                  </a:lnTo>
                  <a:lnTo>
                    <a:pt x="12706" y="793686"/>
                  </a:lnTo>
                  <a:lnTo>
                    <a:pt x="1445930" y="87239"/>
                  </a:lnTo>
                  <a:cubicBezTo>
                    <a:pt x="1646683" y="-11867"/>
                    <a:pt x="1715294" y="120274"/>
                    <a:pt x="1719106" y="125357"/>
                  </a:cubicBezTo>
                  <a:lnTo>
                    <a:pt x="1721647" y="131710"/>
                  </a:lnTo>
                  <a:cubicBezTo>
                    <a:pt x="1788989" y="268933"/>
                    <a:pt x="1594589" y="366769"/>
                    <a:pt x="1585694" y="371851"/>
                  </a:cubicBezTo>
                  <a:lnTo>
                    <a:pt x="12706" y="1146910"/>
                  </a:lnTo>
                  <a:lnTo>
                    <a:pt x="12706" y="1188839"/>
                  </a:lnTo>
                  <a:lnTo>
                    <a:pt x="1603483" y="404886"/>
                  </a:lnTo>
                  <a:cubicBezTo>
                    <a:pt x="1686071" y="364228"/>
                    <a:pt x="1824565" y="251145"/>
                    <a:pt x="1755953" y="113921"/>
                  </a:cubicBezTo>
                  <a:lnTo>
                    <a:pt x="1753412" y="108839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73244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   </a:t>
            </a:r>
            <a:endParaRPr lang="ru-R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BCD5243-C973-44F2-88E8-A4A6E338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588" y="3429000"/>
            <a:ext cx="3629300" cy="94619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1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6408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DIVIDER SLIDE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F9C60-0FED-4965-A9BC-CE69886A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F2410-4015-48DB-BB4D-B5944D8C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4F5F26-1B35-405A-AD75-5DFF48CF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444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7B996D2-06BA-413A-BDEE-428A188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12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4"/>
            <a:ext cx="5157787" cy="421084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23458"/>
            <a:ext cx="5157787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417908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23458"/>
            <a:ext cx="5183188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33846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853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110" y="1825624"/>
            <a:ext cx="5181600" cy="392924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8867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5856" y="532519"/>
            <a:ext cx="6416144" cy="4534825"/>
          </a:xfrm>
          <a:custGeom>
            <a:avLst/>
            <a:gdLst>
              <a:gd name="connsiteX0" fmla="*/ 2868981 w 6416144"/>
              <a:gd name="connsiteY0" fmla="*/ 4534824 h 4534825"/>
              <a:gd name="connsiteX1" fmla="*/ 6408833 w 6416144"/>
              <a:gd name="connsiteY1" fmla="*/ 4534824 h 4534825"/>
              <a:gd name="connsiteX2" fmla="*/ 6408833 w 6416144"/>
              <a:gd name="connsiteY2" fmla="*/ 4534825 h 4534825"/>
              <a:gd name="connsiteX3" fmla="*/ 2868981 w 6416144"/>
              <a:gd name="connsiteY3" fmla="*/ 4534825 h 4534825"/>
              <a:gd name="connsiteX4" fmla="*/ 4642500 w 6416144"/>
              <a:gd name="connsiteY4" fmla="*/ 3896784 h 4534825"/>
              <a:gd name="connsiteX5" fmla="*/ 4642501 w 6416144"/>
              <a:gd name="connsiteY5" fmla="*/ 3896784 h 4534825"/>
              <a:gd name="connsiteX6" fmla="*/ 4642605 w 6416144"/>
              <a:gd name="connsiteY6" fmla="*/ 3899015 h 4534825"/>
              <a:gd name="connsiteX7" fmla="*/ 4905429 w 6416144"/>
              <a:gd name="connsiteY7" fmla="*/ 4145635 h 4534825"/>
              <a:gd name="connsiteX8" fmla="*/ 4905428 w 6416144"/>
              <a:gd name="connsiteY8" fmla="*/ 4145635 h 4534825"/>
              <a:gd name="connsiteX9" fmla="*/ 4642604 w 6416144"/>
              <a:gd name="connsiteY9" fmla="*/ 3899015 h 4534825"/>
              <a:gd name="connsiteX10" fmla="*/ 6416144 w 6416144"/>
              <a:gd name="connsiteY10" fmla="*/ 0 h 4534825"/>
              <a:gd name="connsiteX11" fmla="*/ 6416144 w 6416144"/>
              <a:gd name="connsiteY11" fmla="*/ 233966 h 4534825"/>
              <a:gd name="connsiteX12" fmla="*/ 5581177 w 6416144"/>
              <a:gd name="connsiteY12" fmla="*/ 233966 h 4534825"/>
              <a:gd name="connsiteX13" fmla="*/ 5317839 w 6416144"/>
              <a:gd name="connsiteY13" fmla="*/ 428980 h 4534825"/>
              <a:gd name="connsiteX14" fmla="*/ 5317839 w 6416144"/>
              <a:gd name="connsiteY14" fmla="*/ 436628 h 4534825"/>
              <a:gd name="connsiteX15" fmla="*/ 5581177 w 6416144"/>
              <a:gd name="connsiteY15" fmla="*/ 631642 h 4534825"/>
              <a:gd name="connsiteX16" fmla="*/ 6416144 w 6416144"/>
              <a:gd name="connsiteY16" fmla="*/ 631642 h 4534825"/>
              <a:gd name="connsiteX17" fmla="*/ 6416144 w 6416144"/>
              <a:gd name="connsiteY17" fmla="*/ 4534824 h 4534825"/>
              <a:gd name="connsiteX18" fmla="*/ 6408833 w 6416144"/>
              <a:gd name="connsiteY18" fmla="*/ 4534824 h 4534825"/>
              <a:gd name="connsiteX19" fmla="*/ 6408833 w 6416144"/>
              <a:gd name="connsiteY19" fmla="*/ 4145635 h 4534825"/>
              <a:gd name="connsiteX20" fmla="*/ 6412028 w 6416144"/>
              <a:gd name="connsiteY20" fmla="*/ 4145635 h 4534825"/>
              <a:gd name="connsiteX21" fmla="*/ 6412028 w 6416144"/>
              <a:gd name="connsiteY21" fmla="*/ 3620144 h 4534825"/>
              <a:gd name="connsiteX22" fmla="*/ 4905428 w 6416144"/>
              <a:gd name="connsiteY22" fmla="*/ 3620144 h 4534825"/>
              <a:gd name="connsiteX23" fmla="*/ 4642090 w 6416144"/>
              <a:gd name="connsiteY23" fmla="*/ 3877837 h 4534825"/>
              <a:gd name="connsiteX24" fmla="*/ 4642090 w 6416144"/>
              <a:gd name="connsiteY24" fmla="*/ 3887942 h 4534825"/>
              <a:gd name="connsiteX25" fmla="*/ 4642500 w 6416144"/>
              <a:gd name="connsiteY25" fmla="*/ 3896784 h 4534825"/>
              <a:gd name="connsiteX26" fmla="*/ 3281687 w 6416144"/>
              <a:gd name="connsiteY26" fmla="*/ 3896784 h 4534825"/>
              <a:gd name="connsiteX27" fmla="*/ 2832240 w 6416144"/>
              <a:gd name="connsiteY27" fmla="*/ 4343957 h 4534825"/>
              <a:gd name="connsiteX28" fmla="*/ 2832240 w 6416144"/>
              <a:gd name="connsiteY28" fmla="*/ 4360378 h 4534825"/>
              <a:gd name="connsiteX29" fmla="*/ 2855942 w 6416144"/>
              <a:gd name="connsiteY29" fmla="*/ 4501866 h 4534825"/>
              <a:gd name="connsiteX30" fmla="*/ 2868981 w 6416144"/>
              <a:gd name="connsiteY30" fmla="*/ 4534824 h 4534825"/>
              <a:gd name="connsiteX31" fmla="*/ 1415799 w 6416144"/>
              <a:gd name="connsiteY31" fmla="*/ 4534824 h 4534825"/>
              <a:gd name="connsiteX32" fmla="*/ 1316204 w 6416144"/>
              <a:gd name="connsiteY32" fmla="*/ 4515398 h 4534825"/>
              <a:gd name="connsiteX33" fmla="*/ 1033 w 6416144"/>
              <a:gd name="connsiteY33" fmla="*/ 2292638 h 4534825"/>
              <a:gd name="connsiteX34" fmla="*/ 1594209 w 6416144"/>
              <a:gd name="connsiteY34" fmla="*/ 23854 h 4534825"/>
              <a:gd name="connsiteX35" fmla="*/ 1554064 w 6416144"/>
              <a:gd name="connsiteY35" fmla="*/ 11750 h 453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16144" h="4534825">
                <a:moveTo>
                  <a:pt x="2868981" y="4534824"/>
                </a:moveTo>
                <a:lnTo>
                  <a:pt x="6408833" y="4534824"/>
                </a:lnTo>
                <a:lnTo>
                  <a:pt x="6408833" y="4534825"/>
                </a:lnTo>
                <a:lnTo>
                  <a:pt x="2868981" y="4534825"/>
                </a:lnTo>
                <a:close/>
                <a:moveTo>
                  <a:pt x="4642500" y="3896784"/>
                </a:moveTo>
                <a:lnTo>
                  <a:pt x="4642501" y="3896784"/>
                </a:lnTo>
                <a:lnTo>
                  <a:pt x="4642605" y="3899015"/>
                </a:lnTo>
                <a:cubicBezTo>
                  <a:pt x="4646206" y="3948339"/>
                  <a:pt x="4675008" y="4145635"/>
                  <a:pt x="4905429" y="4145635"/>
                </a:cubicBezTo>
                <a:lnTo>
                  <a:pt x="4905428" y="4145635"/>
                </a:lnTo>
                <a:cubicBezTo>
                  <a:pt x="4675007" y="4145635"/>
                  <a:pt x="4646205" y="3948339"/>
                  <a:pt x="4642604" y="3899015"/>
                </a:cubicBezTo>
                <a:close/>
                <a:moveTo>
                  <a:pt x="6416144" y="0"/>
                </a:moveTo>
                <a:lnTo>
                  <a:pt x="6416144" y="233966"/>
                </a:lnTo>
                <a:lnTo>
                  <a:pt x="5581177" y="233966"/>
                </a:lnTo>
                <a:cubicBezTo>
                  <a:pt x="5581177" y="233966"/>
                  <a:pt x="5317839" y="233966"/>
                  <a:pt x="5317839" y="428980"/>
                </a:cubicBezTo>
                <a:lnTo>
                  <a:pt x="5317839" y="436628"/>
                </a:lnTo>
                <a:cubicBezTo>
                  <a:pt x="5317839" y="436628"/>
                  <a:pt x="5317839" y="631642"/>
                  <a:pt x="5581177" y="631642"/>
                </a:cubicBezTo>
                <a:lnTo>
                  <a:pt x="6416144" y="631642"/>
                </a:lnTo>
                <a:lnTo>
                  <a:pt x="6416144" y="4534824"/>
                </a:lnTo>
                <a:lnTo>
                  <a:pt x="6408833" y="4534824"/>
                </a:lnTo>
                <a:lnTo>
                  <a:pt x="6408833" y="4145635"/>
                </a:lnTo>
                <a:lnTo>
                  <a:pt x="6412028" y="4145635"/>
                </a:lnTo>
                <a:lnTo>
                  <a:pt x="6412028" y="3620144"/>
                </a:lnTo>
                <a:lnTo>
                  <a:pt x="4905428" y="3620144"/>
                </a:lnTo>
                <a:cubicBezTo>
                  <a:pt x="4905428" y="3620144"/>
                  <a:pt x="4642090" y="3620144"/>
                  <a:pt x="4642090" y="3877837"/>
                </a:cubicBezTo>
                <a:lnTo>
                  <a:pt x="4642090" y="3887942"/>
                </a:lnTo>
                <a:lnTo>
                  <a:pt x="4642500" y="3896784"/>
                </a:lnTo>
                <a:lnTo>
                  <a:pt x="3281687" y="3896784"/>
                </a:lnTo>
                <a:cubicBezTo>
                  <a:pt x="3281687" y="3896784"/>
                  <a:pt x="2832240" y="3896784"/>
                  <a:pt x="2832240" y="4343957"/>
                </a:cubicBezTo>
                <a:lnTo>
                  <a:pt x="2832240" y="4360378"/>
                </a:lnTo>
                <a:cubicBezTo>
                  <a:pt x="2832240" y="4360378"/>
                  <a:pt x="2832240" y="4423262"/>
                  <a:pt x="2855942" y="4501866"/>
                </a:cubicBezTo>
                <a:lnTo>
                  <a:pt x="2868981" y="4534824"/>
                </a:lnTo>
                <a:lnTo>
                  <a:pt x="1415799" y="4534824"/>
                </a:lnTo>
                <a:lnTo>
                  <a:pt x="1316204" y="4515398"/>
                </a:lnTo>
                <a:cubicBezTo>
                  <a:pt x="682558" y="4348152"/>
                  <a:pt x="32583" y="3566545"/>
                  <a:pt x="1033" y="2292638"/>
                </a:cubicBezTo>
                <a:cubicBezTo>
                  <a:pt x="-35023" y="836743"/>
                  <a:pt x="880886" y="23854"/>
                  <a:pt x="1594209" y="23854"/>
                </a:cubicBezTo>
                <a:cubicBezTo>
                  <a:pt x="1590120" y="19819"/>
                  <a:pt x="1558153" y="15785"/>
                  <a:pt x="1554064" y="1175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305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53212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759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8" name="Graphic 19">
            <a:extLst>
              <a:ext uri="{FF2B5EF4-FFF2-40B4-BE49-F238E27FC236}">
                <a16:creationId xmlns:a16="http://schemas.microsoft.com/office/drawing/2014/main" id="{436C4D92-1746-4D54-8232-468DFF66CF7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77FD51D-3B1F-4D51-8A61-6CF82227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564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14157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D28A11-8202-C46B-FBEA-8B3BD327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9A9A4-B350-914A-DDC3-B0919B9D8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E5AD-1AB9-D80B-CAEA-1207864BB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ru-RU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90994-37B0-A398-ED40-F672E76C5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FA8C4-3504-56E4-0F8D-FB3FA07A8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79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  <p:sldLayoutId id="2147484084" r:id="rId16"/>
    <p:sldLayoutId id="2147484085" r:id="rId17"/>
    <p:sldLayoutId id="2147483661" r:id="rId18"/>
    <p:sldLayoutId id="2147483662" r:id="rId19"/>
    <p:sldLayoutId id="2147483652" r:id="rId20"/>
    <p:sldLayoutId id="2147483663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3" r:id="rId27"/>
    <p:sldLayoutId id="2147483674" r:id="rId28"/>
    <p:sldLayoutId id="2147483664" r:id="rId29"/>
    <p:sldLayoutId id="2147483672" r:id="rId3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C9CC-E38A-467A-8F1C-459375F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79" y="1923141"/>
            <a:ext cx="8273445" cy="1502222"/>
          </a:xfrm>
        </p:spPr>
        <p:txBody>
          <a:bodyPr/>
          <a:lstStyle/>
          <a:p>
            <a:r>
              <a:rPr lang="en-US" sz="4000"/>
              <a:t>Internship Project Presentation</a:t>
            </a:r>
            <a:endParaRPr lang="ru-RU" sz="4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CBAE3-CEA3-4EE0-83F6-41CFC54D2B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6259" y="5078001"/>
            <a:ext cx="2793115" cy="9498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Internship Guide By: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Mr. Rahul Sharma</a:t>
            </a:r>
            <a:endParaRPr lang="ru-RU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D6760C-D868-43F4-99FB-1B78C91F8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5216" y="3600001"/>
            <a:ext cx="5860082" cy="9387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Employee Management System Website </a:t>
            </a:r>
            <a:endParaRPr lang="ru-RU" sz="24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F8457D-6C4D-D2BA-3204-5F1703580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1043" y="703335"/>
            <a:ext cx="4400659" cy="976175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AAFD56F-AC4B-0068-FAE8-A2CCAB31454D}"/>
              </a:ext>
            </a:extLst>
          </p:cNvPr>
          <p:cNvSpPr txBox="1">
            <a:spLocks/>
          </p:cNvSpPr>
          <p:nvPr/>
        </p:nvSpPr>
        <p:spPr>
          <a:xfrm>
            <a:off x="4907901" y="5078000"/>
            <a:ext cx="3722519" cy="12408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/>
              <a:t>Presented by:</a:t>
            </a:r>
            <a:br>
              <a:rPr lang="en-US" sz="2000" dirty="0"/>
            </a:br>
            <a:r>
              <a:rPr lang="en-US" sz="1600" dirty="0"/>
              <a:t>Harshita </a:t>
            </a:r>
            <a:r>
              <a:rPr lang="en-US" sz="1600" dirty="0" err="1"/>
              <a:t>Bajiya</a:t>
            </a:r>
          </a:p>
          <a:p>
            <a:pPr>
              <a:lnSpc>
                <a:spcPct val="100000"/>
              </a:lnSpc>
            </a:pPr>
            <a:r>
              <a:rPr lang="en-US" sz="1600" dirty="0" err="1"/>
              <a:t>Banasthali</a:t>
            </a:r>
            <a:r>
              <a:rPr lang="en-US" sz="1600" dirty="0"/>
              <a:t> Vidyapith( </a:t>
            </a:r>
            <a:r>
              <a:rPr lang="en-US" sz="1600" dirty="0" err="1"/>
              <a:t>Niwai,Tonk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884B51-1E53-D1D4-FEED-B26AF758F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971" y="783841"/>
            <a:ext cx="9144000" cy="655621"/>
          </a:xfrm>
        </p:spPr>
        <p:txBody>
          <a:bodyPr>
            <a:noAutofit/>
          </a:bodyPr>
          <a:lstStyle/>
          <a:p>
            <a:r>
              <a:rPr lang="en-US" sz="4800"/>
              <a:t>Points to discuss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1E34646-CD8F-5522-371F-E14BBBF0F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41" y="2053533"/>
            <a:ext cx="6843278" cy="27509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Functionalities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02AEC-CBFC-B300-F37F-1847A8AF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261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9B87-4AA7-436A-A28E-213168C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92" y="1148639"/>
            <a:ext cx="4503295" cy="782638"/>
          </a:xfrm>
        </p:spPr>
        <p:txBody>
          <a:bodyPr>
            <a:noAutofit/>
          </a:bodyPr>
          <a:lstStyle/>
          <a:p>
            <a:r>
              <a:rPr lang="en-US" sz="4400"/>
              <a:t>Introduction</a:t>
            </a:r>
            <a:endParaRPr lang="ru-RU" sz="4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FC05B-6738-42DC-8BE6-C9279D1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A95CB00-346A-4BCB-AB0E-28FBDAD2E1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115" y="2374901"/>
            <a:ext cx="4565650" cy="368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US" dirty="0">
                <a:solidFill>
                  <a:schemeClr val="accent3"/>
                </a:solidFill>
              </a:rPr>
              <a:t>Project Name: </a:t>
            </a:r>
            <a:r>
              <a:rPr lang="en-US" dirty="0"/>
              <a:t>Employee Management System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B2070240-3B49-1936-3D59-0586B0C0DE2F}"/>
              </a:ext>
            </a:extLst>
          </p:cNvPr>
          <p:cNvSpPr txBox="1">
            <a:spLocks/>
          </p:cNvSpPr>
          <p:nvPr/>
        </p:nvSpPr>
        <p:spPr>
          <a:xfrm>
            <a:off x="811115" y="2893884"/>
            <a:ext cx="4565650" cy="368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3"/>
                </a:solidFill>
              </a:rPr>
              <a:t>Project Objective: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/>
              <a:t>User-Friendly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Role-Based</a:t>
            </a:r>
            <a:r>
              <a:rPr lang="en-US" sz="1600" b="0"/>
              <a:t>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/>
              <a:t>Data </a:t>
            </a:r>
            <a:r>
              <a:rPr lang="en-US" sz="1600"/>
              <a:t>Validation and Security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10DED70-18FC-2C04-D870-232B107253E8}"/>
              </a:ext>
            </a:extLst>
          </p:cNvPr>
          <p:cNvSpPr txBox="1">
            <a:spLocks/>
          </p:cNvSpPr>
          <p:nvPr/>
        </p:nvSpPr>
        <p:spPr>
          <a:xfrm>
            <a:off x="811115" y="5341061"/>
            <a:ext cx="4565650" cy="368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3"/>
                </a:solidFill>
              </a:rPr>
              <a:t>Target Users: </a:t>
            </a:r>
            <a:r>
              <a:rPr lang="en-US" dirty="0"/>
              <a:t>Employees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D4018E7-1539-EA44-2B91-08310675D272}"/>
              </a:ext>
            </a:extLst>
          </p:cNvPr>
          <p:cNvSpPr txBox="1">
            <a:spLocks/>
          </p:cNvSpPr>
          <p:nvPr/>
        </p:nvSpPr>
        <p:spPr>
          <a:xfrm>
            <a:off x="5551066" y="2370496"/>
            <a:ext cx="4565650" cy="368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3"/>
                </a:solidFill>
              </a:rPr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Admin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About 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Contact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/>
              <a:t>Login/</a:t>
            </a:r>
            <a:r>
              <a:rPr lang="en-US" sz="1600" b="0" dirty="0" err="1"/>
              <a:t>SignUp</a:t>
            </a:r>
          </a:p>
        </p:txBody>
      </p:sp>
    </p:spTree>
    <p:extLst>
      <p:ext uri="{BB962C8B-B14F-4D97-AF65-F5344CB8AC3E}">
        <p14:creationId xmlns:p14="http://schemas.microsoft.com/office/powerpoint/2010/main" val="202353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Technologies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F92D8-1371-40FE-AB90-C65DFF928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2517" y="2016496"/>
            <a:ext cx="4183650" cy="365125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/>
              <a:t>Frontend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E48EC-430B-4D42-9565-527E522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A970E-796E-4258-8457-D1CEF7B4B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11530" y="2463799"/>
            <a:ext cx="4365625" cy="3535582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chemeClr val="accent3"/>
                </a:solidFill>
              </a:rPr>
              <a:t>HTML, CSS, Bootstrap: </a:t>
            </a:r>
            <a:r>
              <a:rPr lang="en-US" sz="1600"/>
              <a:t>Techniques are used for the structure of website and media queries are used to ensure the website is accessible and functional across various devices and screen sizes.</a:t>
            </a:r>
          </a:p>
          <a:p>
            <a:r>
              <a:rPr lang="en-US" sz="1600" b="1">
                <a:solidFill>
                  <a:schemeClr val="accent3"/>
                </a:solidFill>
              </a:rPr>
              <a:t>React</a:t>
            </a:r>
            <a:r>
              <a:rPr lang="en-US" sz="1600">
                <a:solidFill>
                  <a:schemeClr val="accent3"/>
                </a:solidFill>
              </a:rPr>
              <a:t>: </a:t>
            </a:r>
            <a:r>
              <a:rPr lang="en-US" sz="1600"/>
              <a:t>A powerful JavaScript library for building user interfaces. It allows for efficient component-based development, enabling reusable and interactive UI components.</a:t>
            </a:r>
          </a:p>
          <a:p>
            <a:r>
              <a:rPr lang="en-US" sz="1600" b="1">
                <a:solidFill>
                  <a:schemeClr val="accent3"/>
                </a:solidFill>
              </a:rPr>
              <a:t>Axios</a:t>
            </a:r>
            <a:r>
              <a:rPr lang="en-US" sz="1600">
                <a:solidFill>
                  <a:schemeClr val="accent3"/>
                </a:solidFill>
              </a:rPr>
              <a:t>: </a:t>
            </a:r>
            <a:r>
              <a:rPr lang="en-US" sz="1600"/>
              <a:t>A promise-based HTTP client for making API requests from the frontend, facilitating seamless communication with the backend.</a:t>
            </a:r>
          </a:p>
          <a:p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322FB60-1FFB-5227-C958-5F88FA18612B}"/>
              </a:ext>
            </a:extLst>
          </p:cNvPr>
          <p:cNvSpPr txBox="1">
            <a:spLocks/>
          </p:cNvSpPr>
          <p:nvPr/>
        </p:nvSpPr>
        <p:spPr>
          <a:xfrm>
            <a:off x="6405833" y="2016497"/>
            <a:ext cx="418365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Backend</a:t>
            </a:r>
            <a:endParaRPr lang="ru-RU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7AB30BF-9515-4F9F-5572-36535B60114F}"/>
              </a:ext>
            </a:extLst>
          </p:cNvPr>
          <p:cNvSpPr txBox="1">
            <a:spLocks/>
          </p:cNvSpPr>
          <p:nvPr/>
        </p:nvSpPr>
        <p:spPr>
          <a:xfrm>
            <a:off x="6314846" y="2463799"/>
            <a:ext cx="4365625" cy="35355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705" indent="-179705"/>
            <a:r>
              <a:rPr lang="en-US" sz="1600" b="1" dirty="0">
                <a:solidFill>
                  <a:schemeClr val="accent3"/>
                </a:solidFill>
                <a:ea typeface="+mn-lt"/>
                <a:cs typeface="+mn-lt"/>
              </a:rPr>
              <a:t>Spring Boot Framework</a:t>
            </a:r>
            <a: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  <a:t>: , a powerful Java framework, simplifies the development of robust and scalable backend applications.</a:t>
            </a:r>
            <a:b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</a:br>
            <a:endParaRPr lang="en-US" dirty="0">
              <a:solidFill>
                <a:schemeClr val="accent3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Key Features: </a:t>
            </a:r>
            <a:br>
              <a:rPr lang="en-US" sz="1600" b="1" dirty="0">
                <a:solidFill>
                  <a:schemeClr val="accent3"/>
                </a:solidFill>
              </a:rPr>
            </a:br>
            <a:br>
              <a:rPr lang="en-US" sz="1600" b="1" dirty="0"/>
            </a:br>
            <a:r>
              <a:rPr lang="en-US" sz="1600" dirty="0">
                <a:ea typeface="+mn-lt"/>
                <a:cs typeface="+mn-lt"/>
              </a:rPr>
              <a:t>- Built-in tools for rapid application development.</a:t>
            </a:r>
            <a:endParaRPr lang="en-US" sz="160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1600" dirty="0"/>
              <a:t>- </a:t>
            </a:r>
            <a:r>
              <a:rPr lang="en-US" sz="1600" dirty="0">
                <a:ea typeface="+mn-lt"/>
                <a:cs typeface="+mn-lt"/>
              </a:rPr>
              <a:t>Dependency injection for efficient resource management.</a:t>
            </a:r>
            <a:br>
              <a:rPr lang="en-US" sz="1600" dirty="0"/>
            </a:br>
            <a:r>
              <a:rPr lang="en-US" sz="1600" dirty="0"/>
              <a:t> -</a:t>
            </a:r>
            <a:r>
              <a:rPr lang="en-US" sz="1600" dirty="0">
                <a:ea typeface="+mn-lt"/>
                <a:cs typeface="+mn-lt"/>
              </a:rPr>
              <a:t> Integrated security for authentication and authorization.</a:t>
            </a:r>
            <a:endParaRPr lang="en-US"/>
          </a:p>
          <a:p>
            <a:pPr marL="179705" indent="-179705"/>
            <a:endParaRPr lang="en-US"/>
          </a:p>
          <a:p>
            <a:pPr marL="0" indent="0">
              <a:buNone/>
            </a:pPr>
            <a:endParaRPr lang="en-US" sz="1600" dirty="0"/>
          </a:p>
          <a:p>
            <a:pPr marL="179705" indent="-179705"/>
            <a:endParaRPr lang="en-US" sz="1600" dirty="0"/>
          </a:p>
          <a:p>
            <a:pPr marL="179705" indent="-179705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5004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Technologies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F92D8-1371-40FE-AB90-C65DFF928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4975" y="1938719"/>
            <a:ext cx="3352038" cy="67627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/>
              <a:t>Authentication and Security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E48EC-430B-4D42-9565-527E522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A970E-796E-4258-8457-D1CEF7B4B8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58181" y="2614994"/>
            <a:ext cx="4365625" cy="3535582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chemeClr val="accent3"/>
                </a:solidFill>
              </a:rPr>
              <a:t>JWT (JSON Web Tokens): </a:t>
            </a:r>
            <a:r>
              <a:rPr lang="en-US" sz="1600"/>
              <a:t>Used for secure user authentication and authorization, ensuring that only authenticated users can access certain features and data.</a:t>
            </a:r>
          </a:p>
          <a:p>
            <a:endParaRPr lang="en-US" sz="1600"/>
          </a:p>
          <a:p>
            <a:r>
              <a:rPr lang="en-US" sz="1600" b="1">
                <a:solidFill>
                  <a:schemeClr val="accent3"/>
                </a:solidFill>
              </a:rPr>
              <a:t>Bcrypt: </a:t>
            </a:r>
            <a:r>
              <a:rPr lang="en-US" sz="1600"/>
              <a:t>A library for hashing passwords to ensure that user credentials are securely stored and protected.</a:t>
            </a:r>
            <a:endParaRPr lang="ru-RU" sz="16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322FB60-1FFB-5227-C958-5F88FA18612B}"/>
              </a:ext>
            </a:extLst>
          </p:cNvPr>
          <p:cNvSpPr txBox="1">
            <a:spLocks/>
          </p:cNvSpPr>
          <p:nvPr/>
        </p:nvSpPr>
        <p:spPr>
          <a:xfrm>
            <a:off x="6620708" y="1938719"/>
            <a:ext cx="418365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Database</a:t>
            </a:r>
          </a:p>
          <a:p>
            <a:pPr algn="ctr"/>
            <a:endParaRPr lang="ru-RU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7AB30BF-9515-4F9F-5572-36535B60114F}"/>
              </a:ext>
            </a:extLst>
          </p:cNvPr>
          <p:cNvSpPr txBox="1">
            <a:spLocks/>
          </p:cNvSpPr>
          <p:nvPr/>
        </p:nvSpPr>
        <p:spPr>
          <a:xfrm>
            <a:off x="6529720" y="2614994"/>
            <a:ext cx="4365625" cy="23157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705" indent="-179705"/>
            <a:r>
              <a:rPr lang="en-US" sz="1600" b="1" dirty="0">
                <a:solidFill>
                  <a:schemeClr val="accent3"/>
                </a:solidFill>
              </a:rPr>
              <a:t>MySQL: </a:t>
            </a:r>
            <a: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  <a:t>MySQL is a robust, open-source Relational Database Management System (RDBMS)</a:t>
            </a:r>
            <a:b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</a:br>
            <a:br>
              <a:rPr lang="en-US" sz="1600" dirty="0">
                <a:ea typeface="+mn-lt"/>
                <a:cs typeface="+mn-lt"/>
              </a:rPr>
            </a:br>
            <a:r>
              <a:rPr lang="en-US" sz="1600" b="1" err="1">
                <a:solidFill>
                  <a:schemeClr val="accent3"/>
                </a:solidFill>
              </a:rPr>
              <a:t>Features:</a:t>
            </a:r>
            <a:r>
              <a:rPr lang="en-US" err="1">
                <a:solidFill>
                  <a:schemeClr val="accent3"/>
                </a:solidFill>
                <a:ea typeface="+mn-lt"/>
                <a:cs typeface="+mn-lt"/>
              </a:rPr>
              <a:t>Ensures</a:t>
            </a:r>
            <a:r>
              <a:rPr lang="en-US" dirty="0">
                <a:solidFill>
                  <a:schemeClr val="accent3"/>
                </a:solidFill>
                <a:ea typeface="+mn-lt"/>
                <a:cs typeface="+mn-lt"/>
              </a:rPr>
              <a:t> data integrity and supports complex queries with Structured Query Language (SQL</a:t>
            </a:r>
            <a: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  <a:t>).</a:t>
            </a:r>
            <a:endParaRPr lang="en-US" sz="1600" b="1" dirty="0">
              <a:solidFill>
                <a:schemeClr val="accent3"/>
              </a:solidFill>
            </a:endParaRPr>
          </a:p>
          <a:p>
            <a:pPr marL="179705" indent="-179705"/>
            <a:r>
              <a:rPr lang="en-US" sz="1600" dirty="0">
                <a:solidFill>
                  <a:schemeClr val="accent3"/>
                </a:solidFill>
                <a:ea typeface="+mn-lt"/>
                <a:cs typeface="+mn-lt"/>
              </a:rPr>
              <a:t>High performance and scalability for large datasets.</a:t>
            </a:r>
            <a:endParaRPr lang="en-US" sz="1600" dirty="0">
              <a:solidFill>
                <a:schemeClr val="accent3"/>
              </a:solidFill>
            </a:endParaRPr>
          </a:p>
          <a:p>
            <a:pPr marL="179705" indent="-179705"/>
            <a:endParaRPr lang="en-US" sz="1600" b="1" dirty="0">
              <a:solidFill>
                <a:schemeClr val="accent3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E4E8D63-838E-DBCF-C03B-523F16F07CD4}"/>
              </a:ext>
            </a:extLst>
          </p:cNvPr>
          <p:cNvSpPr txBox="1">
            <a:spLocks/>
          </p:cNvSpPr>
          <p:nvPr/>
        </p:nvSpPr>
        <p:spPr>
          <a:xfrm>
            <a:off x="1649168" y="4565636"/>
            <a:ext cx="4183650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5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035793-BC8F-74A4-70A1-25C92084272E}"/>
              </a:ext>
            </a:extLst>
          </p:cNvPr>
          <p:cNvSpPr txBox="1">
            <a:spLocks/>
          </p:cNvSpPr>
          <p:nvPr/>
        </p:nvSpPr>
        <p:spPr>
          <a:xfrm>
            <a:off x="1558181" y="4930761"/>
            <a:ext cx="4365625" cy="1483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476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0E4B91E-CC99-49A7-B26A-644201DA68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9364" r="29364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8EE8B-1608-4FFC-96B5-595AB97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Functionalities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A3C64-206A-47DC-8E31-F719E35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093FF-1360-4523-8547-5192EDA8B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10023" y="2050476"/>
            <a:ext cx="4548187" cy="347492"/>
          </a:xfrm>
        </p:spPr>
        <p:txBody>
          <a:bodyPr>
            <a:normAutofit/>
          </a:bodyPr>
          <a:lstStyle/>
          <a:p>
            <a:r>
              <a:rPr lang="en-US"/>
              <a:t>User Interface: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6C56E-82FC-4B02-954F-3AFACF2E8C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9223" y="2397967"/>
            <a:ext cx="4548187" cy="31350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US" sz="1600" dirty="0"/>
              <a:t> </a:t>
            </a:r>
            <a:r>
              <a:rPr lang="en-US" sz="1600" b="1" dirty="0">
                <a:ea typeface="+mn-lt"/>
                <a:cs typeface="+mn-lt"/>
              </a:rPr>
              <a:t>Home</a:t>
            </a:r>
            <a:r>
              <a:rPr lang="en-US" sz="1600" dirty="0">
                <a:ea typeface="+mn-lt"/>
                <a:cs typeface="+mn-lt"/>
              </a:rPr>
              <a:t>: General information and login page.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About Us</a:t>
            </a:r>
            <a:r>
              <a:rPr lang="en-US" sz="1600" dirty="0">
                <a:ea typeface="+mn-lt"/>
                <a:cs typeface="+mn-lt"/>
              </a:rPr>
              <a:t>: Static page with organizational information.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Contact Us</a:t>
            </a:r>
            <a:r>
              <a:rPr lang="en-US" sz="1600" dirty="0">
                <a:ea typeface="+mn-lt"/>
                <a:cs typeface="+mn-lt"/>
              </a:rPr>
              <a:t>: Query/message submission form.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Dashboard</a:t>
            </a:r>
            <a:r>
              <a:rPr lang="en-US" sz="1600" dirty="0">
                <a:ea typeface="+mn-lt"/>
                <a:cs typeface="+mn-lt"/>
              </a:rPr>
              <a:t>: Admin-only access for managing employees, attendance, salaries, and feedback.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Feedback Form</a:t>
            </a:r>
            <a:r>
              <a:rPr lang="en-US" sz="1600" dirty="0">
                <a:ea typeface="+mn-lt"/>
                <a:cs typeface="+mn-lt"/>
              </a:rPr>
              <a:t>: Users submit feedback; admins analyze.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Profile</a:t>
            </a:r>
            <a:r>
              <a:rPr lang="en-US" sz="1600" dirty="0">
                <a:ea typeface="+mn-lt"/>
                <a:cs typeface="+mn-lt"/>
              </a:rPr>
              <a:t>: View/edit personal details.</a:t>
            </a:r>
            <a:endParaRPr lang="en-US" dirty="0"/>
          </a:p>
          <a:p>
            <a:pPr marL="179705" indent="-179705"/>
            <a:r>
              <a:rPr lang="en-US" sz="1600" b="1" dirty="0">
                <a:ea typeface="+mn-lt"/>
                <a:cs typeface="+mn-lt"/>
              </a:rPr>
              <a:t>Login/Signup</a:t>
            </a:r>
            <a:r>
              <a:rPr lang="en-US" sz="1600" dirty="0">
                <a:ea typeface="+mn-lt"/>
                <a:cs typeface="+mn-lt"/>
              </a:rPr>
              <a:t>: Secure role-based access.</a:t>
            </a:r>
            <a:endParaRPr lang="en-US" dirty="0"/>
          </a:p>
          <a:p>
            <a:pPr marL="179705" indent="-179705">
              <a:lnSpc>
                <a:spcPct val="100000"/>
              </a:lnSpc>
            </a:pPr>
            <a:endParaRPr lang="en-US" sz="1600" dirty="0"/>
          </a:p>
          <a:p>
            <a:pPr marL="179705" indent="-179705">
              <a:lnSpc>
                <a:spcPct val="100000"/>
              </a:lnSpc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66898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0E4B91E-CC99-49A7-B26A-644201DA68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9364" r="29364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8EE8B-1608-4FFC-96B5-595AB97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Functionalities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A3C64-206A-47DC-8E31-F719E35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093FF-1360-4523-8547-5192EDA8B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10023" y="2050476"/>
            <a:ext cx="4548187" cy="347492"/>
          </a:xfrm>
        </p:spPr>
        <p:txBody>
          <a:bodyPr>
            <a:normAutofit/>
          </a:bodyPr>
          <a:lstStyle/>
          <a:p>
            <a:r>
              <a:rPr lang="en-US"/>
              <a:t>Admin Interface: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6C56E-82FC-4B02-954F-3AFACF2E8C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023" y="2604655"/>
            <a:ext cx="4548187" cy="38423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>
              <a:lnSpc>
                <a:spcPct val="100000"/>
              </a:lnSpc>
            </a:pPr>
            <a:r>
              <a:rPr lang="en-US" sz="1600" b="1" dirty="0"/>
              <a:t>Add or Delete Employees: </a:t>
            </a:r>
            <a:r>
              <a:rPr lang="en-US" sz="1600" dirty="0"/>
              <a:t>Admins can add or remove employee from display.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mark attendance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Calculate salary of Employee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create rate for the employee per month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view dashboard of the employees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update itself as well as user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manage company statics</a:t>
            </a:r>
          </a:p>
          <a:p>
            <a:pPr marL="179705" indent="-179705">
              <a:lnSpc>
                <a:spcPct val="100000"/>
              </a:lnSpc>
            </a:pPr>
            <a:r>
              <a:rPr lang="en-US" sz="1600" dirty="0"/>
              <a:t>Admin can get attendance summary that number of hours employee worked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1185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0E4B91E-CC99-49A7-B26A-644201DA68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9364" r="29364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8EE8B-1608-4FFC-96B5-595AB97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Functionalities</a:t>
            </a: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A3C64-206A-47DC-8E31-F719E356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093FF-1360-4523-8547-5192EDA8B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10023" y="2050476"/>
            <a:ext cx="4548187" cy="347492"/>
          </a:xfrm>
        </p:spPr>
        <p:txBody>
          <a:bodyPr>
            <a:normAutofit/>
          </a:bodyPr>
          <a:lstStyle/>
          <a:p>
            <a:r>
              <a:rPr lang="en-US" altLang="en-US">
                <a:latin typeface="Arial" panose="020B0604020202020204" pitchFamily="34" charset="0"/>
              </a:rPr>
              <a:t>Role Based Access Control</a:t>
            </a:r>
            <a:r>
              <a:rPr lang="en-US"/>
              <a:t>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6C56E-82FC-4B02-954F-3AFACF2E8C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0023" y="2521527"/>
            <a:ext cx="4548187" cy="33620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/>
              <a:t>At the time of login If role is found ‘</a:t>
            </a:r>
            <a:r>
              <a:rPr lang="en-US" sz="1600" b="1"/>
              <a:t>user</a:t>
            </a:r>
            <a:r>
              <a:rPr lang="en-US" sz="1600"/>
              <a:t>’ then user will be redirected to home page.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  <a:p>
            <a:pPr>
              <a:lnSpc>
                <a:spcPct val="100000"/>
              </a:lnSpc>
            </a:pPr>
            <a:r>
              <a:rPr lang="en-US" sz="1600"/>
              <a:t>At the time of login If role is found ‘</a:t>
            </a:r>
            <a:r>
              <a:rPr lang="en-US" sz="1600" b="1"/>
              <a:t>admin</a:t>
            </a:r>
            <a:r>
              <a:rPr lang="en-US" sz="1600"/>
              <a:t>’ then user will be redirected to admin dashboard.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35441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FD2364-6E1D-F3DC-EE4B-833E5E4E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9AACE-EC7A-C74F-0E3E-9393D4EE9639}"/>
              </a:ext>
            </a:extLst>
          </p:cNvPr>
          <p:cNvSpPr txBox="1"/>
          <p:nvPr/>
        </p:nvSpPr>
        <p:spPr>
          <a:xfrm>
            <a:off x="2692400" y="141357"/>
            <a:ext cx="50181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156082"/>
                </a:solidFill>
              </a:rPr>
              <a:t>Employee Management System</a:t>
            </a:r>
            <a:endParaRPr lang="en-US" sz="2400" b="1" dirty="0" err="1"/>
          </a:p>
        </p:txBody>
      </p:sp>
      <p:pic>
        <p:nvPicPr>
          <p:cNvPr id="6" name="Picture 5" descr="A hand holding a magnifying glass over a magnifying glass&#10;&#10;Description automatically generated">
            <a:extLst>
              <a:ext uri="{FF2B5EF4-FFF2-40B4-BE49-F238E27FC236}">
                <a16:creationId xmlns:a16="http://schemas.microsoft.com/office/drawing/2014/main" id="{62C7F070-EA09-AF7D-E1C7-C3072FAA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71" b="4839"/>
          <a:stretch/>
        </p:blipFill>
        <p:spPr>
          <a:xfrm>
            <a:off x="309218" y="832414"/>
            <a:ext cx="9674086" cy="534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83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10</a:t>
            </a:fld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591FF1-29F8-DEEA-F700-3CC47D8BC58D}"/>
              </a:ext>
            </a:extLst>
          </p:cNvPr>
          <p:cNvSpPr txBox="1">
            <a:spLocks/>
          </p:cNvSpPr>
          <p:nvPr/>
        </p:nvSpPr>
        <p:spPr>
          <a:xfrm>
            <a:off x="2615084" y="4196"/>
            <a:ext cx="5966335" cy="81311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User Interface Screenshots</a:t>
            </a:r>
            <a:endParaRPr lang="ru-RU" sz="2800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894113" y="438776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Home page</a:t>
            </a:r>
          </a:p>
        </p:txBody>
      </p:sp>
      <p:pic>
        <p:nvPicPr>
          <p:cNvPr id="2" name="Picture 1" descr="A hand holding a magnifying glass&#10;&#10;Description automatically generated">
            <a:extLst>
              <a:ext uri="{FF2B5EF4-FFF2-40B4-BE49-F238E27FC236}">
                <a16:creationId xmlns:a16="http://schemas.microsoft.com/office/drawing/2014/main" id="{4D489AF6-7719-4DF9-C2E5-158D81BA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821811"/>
            <a:ext cx="9448800" cy="525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4902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11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063331" y="218281"/>
            <a:ext cx="1687899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About Us page</a:t>
            </a:r>
          </a:p>
        </p:txBody>
      </p:sp>
      <p:pic>
        <p:nvPicPr>
          <p:cNvPr id="2" name="Picture 1" descr="A computer screen shot&#10;&#10;Description automatically generated">
            <a:extLst>
              <a:ext uri="{FF2B5EF4-FFF2-40B4-BE49-F238E27FC236}">
                <a16:creationId xmlns:a16="http://schemas.microsoft.com/office/drawing/2014/main" id="{15E6BBC4-260B-526B-E806-C524297B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26" r="-42" b="-821"/>
          <a:stretch/>
        </p:blipFill>
        <p:spPr>
          <a:xfrm>
            <a:off x="264160" y="1119629"/>
            <a:ext cx="9727189" cy="542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21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12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58065" y="208234"/>
            <a:ext cx="199505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Outfit"/>
              </a:rPr>
              <a:t>Contact Us page</a:t>
            </a:r>
            <a:endParaRPr lang="en-US" b="1" i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Outfit"/>
            </a:endParaRPr>
          </a:p>
          <a:p>
            <a:endParaRPr lang="en-US" b="0" i="0">
              <a:solidFill>
                <a:srgbClr val="262626"/>
              </a:solidFill>
              <a:effectLst/>
              <a:latin typeface="Outfit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7504AD35-3477-0374-DD9F-55A81E28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55" b="296"/>
          <a:stretch/>
        </p:blipFill>
        <p:spPr>
          <a:xfrm>
            <a:off x="629920" y="1714997"/>
            <a:ext cx="10200640" cy="45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3208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13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382656" y="113656"/>
            <a:ext cx="231832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b="1" i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Outfit"/>
            </a:endParaRPr>
          </a:p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Outfit"/>
              </a:rPr>
              <a:t>Feedback page</a:t>
            </a:r>
            <a:endParaRPr lang="en-US" b="1" i="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Outfit"/>
            </a:endParaRPr>
          </a:p>
          <a:p>
            <a:endParaRPr lang="en-US">
              <a:solidFill>
                <a:srgbClr val="262626"/>
              </a:solidFill>
              <a:latin typeface="Outfit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29E7FB36-FBEC-343A-5DEE-310642C3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771011"/>
            <a:ext cx="9733280" cy="542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4707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010A0-BC60-D9C2-141E-D4F314A55383}"/>
              </a:ext>
            </a:extLst>
          </p:cNvPr>
          <p:cNvSpPr txBox="1"/>
          <p:nvPr/>
        </p:nvSpPr>
        <p:spPr>
          <a:xfrm>
            <a:off x="4191857" y="159753"/>
            <a:ext cx="276635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Login page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5E725674-CC06-DED5-962F-ADEBED6C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83930"/>
            <a:ext cx="9466910" cy="51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3128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15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179974" y="112299"/>
            <a:ext cx="1629036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</a:rPr>
              <a:t>SignUp</a:t>
            </a:r>
            <a:r>
              <a:rPr lang="en-US" sz="2000" b="1" dirty="0">
                <a:solidFill>
                  <a:schemeClr val="accent1"/>
                </a:solidFill>
              </a:rPr>
              <a:t> Page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8F6F17B-CEB9-F01D-403D-0F8ED127D8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68" r="-42" b="183"/>
          <a:stretch/>
        </p:blipFill>
        <p:spPr>
          <a:xfrm>
            <a:off x="365760" y="1248531"/>
            <a:ext cx="9615425" cy="49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2623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16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485222" y="199107"/>
            <a:ext cx="18975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Admin Profile</a:t>
            </a:r>
          </a:p>
        </p:txBody>
      </p:sp>
      <p:pic>
        <p:nvPicPr>
          <p:cNvPr id="2" name="Picture 1" descr="A hand holding a magnifying glass&#10;&#10;Description automatically generated">
            <a:extLst>
              <a:ext uri="{FF2B5EF4-FFF2-40B4-BE49-F238E27FC236}">
                <a16:creationId xmlns:a16="http://schemas.microsoft.com/office/drawing/2014/main" id="{54E2E1CC-0857-19B0-D796-A3CFB13C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25" b="222"/>
          <a:stretch/>
        </p:blipFill>
        <p:spPr>
          <a:xfrm>
            <a:off x="388289" y="1146931"/>
            <a:ext cx="9440406" cy="49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7318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17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1469698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Dashboard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7896663-82CF-410B-4364-C37AD7DE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69" b="296"/>
          <a:stretch/>
        </p:blipFill>
        <p:spPr>
          <a:xfrm>
            <a:off x="365760" y="1013738"/>
            <a:ext cx="9611360" cy="534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2635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18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276441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Create New User page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3F87C3A-527A-1895-C5DF-7F40FAD0A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740531"/>
            <a:ext cx="9308904" cy="56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76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19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2170915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Display All Users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07332D96-CA0A-A0C4-CC01-1AE914F7F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06" b="-289"/>
          <a:stretch/>
        </p:blipFill>
        <p:spPr>
          <a:xfrm>
            <a:off x="231913" y="898674"/>
            <a:ext cx="9752580" cy="54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6221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20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124335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Edit User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E2A4777-980F-1352-44B9-154CA754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48" b="-323"/>
          <a:stretch/>
        </p:blipFill>
        <p:spPr>
          <a:xfrm>
            <a:off x="361717" y="1211119"/>
            <a:ext cx="9563651" cy="513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66723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21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217501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Mark Attendance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B8718D1-753F-F4E8-D603-90A182AF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8" b="296"/>
          <a:stretch/>
        </p:blipFill>
        <p:spPr>
          <a:xfrm>
            <a:off x="152400" y="943731"/>
            <a:ext cx="9824720" cy="473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10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D74CF7-296D-A535-4B4E-F6B5CBFD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3EFAB-921A-8A9C-7FD5-9F10CA675285}"/>
              </a:ext>
            </a:extLst>
          </p:cNvPr>
          <p:cNvSpPr txBox="1"/>
          <p:nvPr/>
        </p:nvSpPr>
        <p:spPr>
          <a:xfrm>
            <a:off x="3620052" y="130313"/>
            <a:ext cx="4521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Create Rate for Each Employee</a:t>
            </a: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A0832B5-61B0-9F4F-6E7A-FE6AA34F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03" b="-323"/>
          <a:stretch/>
        </p:blipFill>
        <p:spPr>
          <a:xfrm>
            <a:off x="234291" y="1094059"/>
            <a:ext cx="9760735" cy="503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3997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D74CF7-296D-A535-4B4E-F6B5CBFD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3EFAB-921A-8A9C-7FD5-9F10CA675285}"/>
              </a:ext>
            </a:extLst>
          </p:cNvPr>
          <p:cNvSpPr txBox="1"/>
          <p:nvPr/>
        </p:nvSpPr>
        <p:spPr>
          <a:xfrm>
            <a:off x="3620052" y="130313"/>
            <a:ext cx="4521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Calculate Salary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860995A-31D5-89A3-AEC5-2B7058894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7" b="279"/>
          <a:stretch/>
        </p:blipFill>
        <p:spPr>
          <a:xfrm>
            <a:off x="198784" y="1068690"/>
            <a:ext cx="9784520" cy="528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70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24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2178738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Company Statics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6FBAD79-838F-42FA-5F42-749C8BB5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39" b="-323"/>
          <a:stretch/>
        </p:blipFill>
        <p:spPr>
          <a:xfrm>
            <a:off x="375478" y="1218935"/>
            <a:ext cx="9620567" cy="514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4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25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271753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Attendance Summary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A30CE74C-C15C-FBFC-3D99-5AE6F071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8" b="296"/>
          <a:stretch/>
        </p:blipFill>
        <p:spPr>
          <a:xfrm>
            <a:off x="170376" y="1106291"/>
            <a:ext cx="9831753" cy="523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4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A94E8-65C0-6298-050A-8D3EBD1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26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8B4AB-DDBA-2A88-F632-090B23397747}"/>
              </a:ext>
            </a:extLst>
          </p:cNvPr>
          <p:cNvSpPr txBox="1"/>
          <p:nvPr/>
        </p:nvSpPr>
        <p:spPr>
          <a:xfrm>
            <a:off x="4522125" y="108618"/>
            <a:ext cx="3097707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View Feedback  message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9B4BC02-7537-8E87-D3C0-5098C4DC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16" b="-323"/>
          <a:stretch/>
        </p:blipFill>
        <p:spPr>
          <a:xfrm>
            <a:off x="276427" y="1399879"/>
            <a:ext cx="9616320" cy="512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79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CC0CD-7803-7658-27F4-59CCEA30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56867-7419-E641-4D5B-E88BAD1EB8C4}"/>
              </a:ext>
            </a:extLst>
          </p:cNvPr>
          <p:cNvSpPr txBox="1"/>
          <p:nvPr/>
        </p:nvSpPr>
        <p:spPr>
          <a:xfrm>
            <a:off x="3918226" y="97183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Contact Us Message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55896C4-CC00-B2B0-3FD8-E0F22574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70" b="251"/>
          <a:stretch/>
        </p:blipFill>
        <p:spPr>
          <a:xfrm>
            <a:off x="474869" y="1347633"/>
            <a:ext cx="9520156" cy="45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77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AE80C1-3402-A344-E78A-830B3A6A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483CE-B6DF-32BE-AFF9-613596BF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36AA0-72FC-B9D9-30EB-8774A960F637}"/>
              </a:ext>
            </a:extLst>
          </p:cNvPr>
          <p:cNvSpPr txBox="1"/>
          <p:nvPr/>
        </p:nvSpPr>
        <p:spPr>
          <a:xfrm>
            <a:off x="2703443" y="141357"/>
            <a:ext cx="46978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Frontend (React </a:t>
            </a:r>
            <a:r>
              <a:rPr lang="en-US" sz="2000" b="1" dirty="0" err="1">
                <a:solidFill>
                  <a:srgbClr val="156082"/>
                </a:solidFill>
              </a:rPr>
              <a:t>Js</a:t>
            </a:r>
            <a:r>
              <a:rPr lang="en-US" sz="2000" b="1" dirty="0">
                <a:solidFill>
                  <a:srgbClr val="156082"/>
                </a:solidFill>
              </a:rPr>
              <a:t> Folder Structure)</a:t>
            </a: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BD3F74-43A0-E3A7-E836-2B2A5458C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0" y="1285196"/>
            <a:ext cx="9685129" cy="4950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3FFA3C-819C-26B5-7CF8-370D4C6D7423}"/>
              </a:ext>
            </a:extLst>
          </p:cNvPr>
          <p:cNvSpPr txBox="1"/>
          <p:nvPr/>
        </p:nvSpPr>
        <p:spPr>
          <a:xfrm>
            <a:off x="-2479784" y="121525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2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483CE-B6DF-32BE-AFF9-613596BF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36AA0-72FC-B9D9-30EB-8774A960F637}"/>
              </a:ext>
            </a:extLst>
          </p:cNvPr>
          <p:cNvSpPr txBox="1"/>
          <p:nvPr/>
        </p:nvSpPr>
        <p:spPr>
          <a:xfrm>
            <a:off x="2703443" y="141357"/>
            <a:ext cx="46978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Api Testing (Postman)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3D1FAE9-7292-402D-762E-E79FE24A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57" y="1025820"/>
            <a:ext cx="9375911" cy="480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31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A483CE-B6DF-32BE-AFF9-613596BF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30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36AA0-72FC-B9D9-30EB-8774A960F637}"/>
              </a:ext>
            </a:extLst>
          </p:cNvPr>
          <p:cNvSpPr txBox="1"/>
          <p:nvPr/>
        </p:nvSpPr>
        <p:spPr>
          <a:xfrm>
            <a:off x="2703443" y="141357"/>
            <a:ext cx="46978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Database(MySQL) -</a:t>
            </a:r>
            <a:r>
              <a:rPr lang="en-US" sz="2000" b="1" dirty="0" err="1">
                <a:solidFill>
                  <a:srgbClr val="156082"/>
                </a:solidFill>
              </a:rPr>
              <a:t>HiediSQL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9B0E624-3279-CA7F-E0A8-9CE38D968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4" y="753611"/>
            <a:ext cx="9751391" cy="524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12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A9695-46AC-3643-9E55-B39AFA35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31</a:t>
            </a:fld>
            <a:endParaRPr lang="ru-RU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6682E6A5-0338-CB2F-50FA-DEF2853E6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1258691"/>
            <a:ext cx="9580880" cy="4696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BC6E26-A985-2EF5-1454-E1F6BBE155FF}"/>
              </a:ext>
            </a:extLst>
          </p:cNvPr>
          <p:cNvSpPr txBox="1"/>
          <p:nvPr/>
        </p:nvSpPr>
        <p:spPr>
          <a:xfrm>
            <a:off x="3474720" y="132080"/>
            <a:ext cx="53035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</a:rPr>
              <a:t>Spring Boot (Backend Folder structure)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0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B7BFAB0-7698-DED5-FCEE-0E56B04D5D6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3CC28B-0448-EF5C-71B3-1ABBBC61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THANKYOU!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EEA266-470B-3B41-26B5-2546B9C15F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2180" y="5439025"/>
            <a:ext cx="4367531" cy="5247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HARSHITA BAJIYA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95888E-A79A-C397-4D54-C3C3242DB0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2180" y="4694219"/>
            <a:ext cx="436753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F41340F-02EF-1B98-B038-4F7A8B3D19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2180" y="5055434"/>
            <a:ext cx="4367531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0"/>
              <a:t>harshitabajiya2838@gmail.com</a:t>
            </a:r>
            <a:endParaRPr lang="en-US" sz="20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7F812E-ED63-5AD3-A28A-BA57438586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D495E168-DA5E-4888-8D8A-92B118324C14}" type="slidenum">
              <a:rPr lang="ru-RU" smtClean="0"/>
              <a:t>32</a:t>
            </a:fld>
            <a:endParaRPr lang="ru-RU"/>
          </a:p>
        </p:txBody>
      </p:sp>
      <p:pic>
        <p:nvPicPr>
          <p:cNvPr id="5" name="Picture Placeholder 15" descr="Scenic View of Beach">
            <a:extLst>
              <a:ext uri="{FF2B5EF4-FFF2-40B4-BE49-F238E27FC236}">
                <a16:creationId xmlns:a16="http://schemas.microsoft.com/office/drawing/2014/main" id="{BE0C75B5-33EC-9292-973F-61B4C863A6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97" r="26597"/>
          <a:stretch/>
        </p:blipFill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4176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393BED-762D-4FA3-96CF-866F426A043C}">
  <ds:schemaRefs>
    <ds:schemaRef ds:uri="6dc4bcd6-49db-4c07-9060-8acfc67cef9f"/>
    <ds:schemaRef ds:uri="fb0879af-3eba-417a-a55a-ffe6dcd6ca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024DF7-0783-4549-86B7-A48B29FBA9C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605</Words>
  <Application>Microsoft Office PowerPoint</Application>
  <PresentationFormat>Widescreen</PresentationFormat>
  <Paragraphs>129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Outfit</vt:lpstr>
      <vt:lpstr>Office Theme</vt:lpstr>
      <vt:lpstr>Internship Project Presentation</vt:lpstr>
      <vt:lpstr>Points to discuss</vt:lpstr>
      <vt:lpstr>Introduction</vt:lpstr>
      <vt:lpstr>Technologies</vt:lpstr>
      <vt:lpstr>Technologies</vt:lpstr>
      <vt:lpstr>Functionalities</vt:lpstr>
      <vt:lpstr>Functionalities</vt:lpstr>
      <vt:lpstr>Functionalities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Project Presentation</dc:title>
  <dc:creator>Akash Kumar</dc:creator>
  <cp:lastModifiedBy>harshita bajiya</cp:lastModifiedBy>
  <cp:revision>447</cp:revision>
  <dcterms:created xsi:type="dcterms:W3CDTF">2024-08-09T07:05:07Z</dcterms:created>
  <dcterms:modified xsi:type="dcterms:W3CDTF">2024-12-16T09:30:05Z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